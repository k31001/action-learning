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1분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5장에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LMCache FDP 머지, xNVMe 같은 일부 기여가 있으며, 추론 엔진은 비어 있습니다. 핵심은 데이터의 수명 정보가 KV 캐시 관리자 층에 있는데, 그것을 SSD 배치로 내려보내는 경로가 아직 없다는 점입니다. 3장의 개선은 이 경로가 있어야 나오므로, 스택 전체를 읽고 이 경로를 고객과 함께 만드는 것이 역량입니다. 아래 화두도 드립니다. 고객 관계를 경영진과 영업에서 엔지니어와 엔지니어 사이까지 넓힐 준비가 되어 있는지입니다. 셋째 사람입니다. 스펙 문서로는 명시된 요구만 옵니다. Palantir와 OpenAI의 FDE처럼 삼성 엔지니어가 고객 AI 데이터센터 안에서 워크로드 측정과 분석, 호스트 소프트웨어 스택 최적화와 평가, 차세대 제품 기술 교류를 합니다.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1분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5장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