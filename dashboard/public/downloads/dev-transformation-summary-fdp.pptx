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수요를 확보하고, FDP로 제품을 표준화하며, 시스템 소프트웨어로 고객 워크로드를 연결한다”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2011680" y="1517904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1645920"/>
            <a:ext cx="420624" cy="420624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2518" y="1746870"/>
            <a:ext cx="218724" cy="2187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03120" y="21031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2103120" y="24688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공급사 중 하나 · 가격 경쟁 노출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285232" y="1792224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시스템 SW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1517904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9328" y="1645920"/>
            <a:ext cx="420624" cy="420624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0278" y="1746870"/>
            <a:ext cx="218724" cy="2187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40880" y="21031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솔루션 제공자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6949440" y="24688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SDK · Profiler · End-to-End 검증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30358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시스템 소프트웨어인가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7200" y="3328416"/>
            <a:ext cx="3602736" cy="877824"/>
          </a:xfrm>
          <a:prstGeom prst="roundRect">
            <a:avLst>
              <a:gd name="adj" fmla="val 8333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FDP는 인터페이스일 뿐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SSD는 hot/cold·수명·테넌트를 모른다 — 정보는 DB·캐시 등 상위 SW에 있다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4297680" y="3328416"/>
            <a:ext cx="3602736" cy="877824"/>
          </a:xfrm>
          <a:prstGeom prst="roundRect">
            <a:avLst>
              <a:gd name="adj" fmla="val 8333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확대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공급에만 머물면 완제품 SSD의 부가가치를 잃는다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138160" y="3328416"/>
            <a:ext cx="3602736" cy="877824"/>
          </a:xfrm>
          <a:prstGeom prst="roundRect">
            <a:avLst>
              <a:gd name="adj" fmla="val 8333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파편화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 개발은 제품·펌웨어를 파편화시킨다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457200" y="442569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전략 구조 — 6요소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457200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2139696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2340864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023360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4224528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07024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6108192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790688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7991856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9674352" y="4718304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9875520" y="4718304"/>
            <a:ext cx="168249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457200" y="574243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고객의 요구를 삼성 완제품 생태계 안에 수용한다 — Binding secures demand · FDP standardizes · System SW creates value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6종 — Samsung FDP Enablement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444752"/>
            <a:ext cx="402336" cy="402336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641" y="1541313"/>
            <a:ext cx="209215" cy="2092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52144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8368" y="1956816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SDK·공통 라이브러리 (Linux·io_uring·SPDK) · Workload Profiler(trace→추천 RUH·예상 WAF) · Emulator/Digital Twin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0" y="1280160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444752"/>
            <a:ext cx="402336" cy="402336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121" y="1541313"/>
            <a:ext cx="209215" cy="20921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992624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워크로드 프로파일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498848" y="1956816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7종 — 펌웨어 공통화와 고객별 최적화 양립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138160" y="1280160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18" name="Shape 14"/>
          <p:cNvSpPr/>
          <p:nvPr/>
        </p:nvSpPr>
        <p:spPr>
          <a:xfrm>
            <a:off x="8321040" y="1444752"/>
            <a:ext cx="402336" cy="402336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601" y="1541313"/>
            <a:ext cx="209215" cy="20921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833104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End-to-End 공동검증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39328" y="1956816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App→Host→SSD→NAND→텔레메트리 · 시스템 성과 지표(WAF·p999·격리·전력) · 고객 trace의 pre/post-silicon 재사용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163824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23" name="Shape 18"/>
          <p:cNvSpPr/>
          <p:nvPr/>
        </p:nvSpPr>
        <p:spPr>
          <a:xfrm>
            <a:off x="640080" y="3328416"/>
            <a:ext cx="402336" cy="402336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41" y="3424977"/>
            <a:ext cx="209215" cy="20921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52144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58368" y="3840480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 · Workload Integration · Solution Engineering · E2E Validation — 기술지원이 아니라 제품 기획·개발 참여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297680" y="3163824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28" name="Shape 22"/>
          <p:cNvSpPr/>
          <p:nvPr/>
        </p:nvSpPr>
        <p:spPr>
          <a:xfrm>
            <a:off x="4480560" y="3328416"/>
            <a:ext cx="402336" cy="402336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121" y="3424977"/>
            <a:ext cx="209215" cy="20921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992624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계약 기술협력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4498848" y="3840480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고객: 물량·trace 제공·공동 로드맵 ↔ 삼성: 공급능력·SDK·개선 목표 — 공동 플랫폼 계약으로 확장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8138160" y="3163824"/>
            <a:ext cx="3602736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/>
        </p:spPr>
      </p:sp>
      <p:sp>
        <p:nvSpPr>
          <p:cNvPr id="33" name="Shape 26"/>
          <p:cNvSpPr/>
          <p:nvPr/>
        </p:nvSpPr>
        <p:spPr>
          <a:xfrm>
            <a:off x="8321040" y="3328416"/>
            <a:ext cx="402336" cy="402336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601" y="3424977"/>
            <a:ext cx="209215" cy="20921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833104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400" dirty="0"/>
          </a:p>
        </p:txBody>
      </p:sp>
      <p:sp>
        <p:nvSpPr>
          <p:cNvPr id="36" name="Text 28"/>
          <p:cNvSpPr/>
          <p:nvPr/>
        </p:nvSpPr>
        <p:spPr>
          <a:xfrm>
            <a:off x="8339328" y="3840480"/>
            <a:ext cx="3200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기본 라이브러리·연동·적합성 테스트 / 차별화: NAND·FTL 모델·정책 추천·예측 모델 — lock-in 우려 해소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5175504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404104"/>
            <a:ext cx="365760" cy="36576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152144" y="5175504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SSD 출하량만 세면 미사용 기능이 된다 · Captive SSD 계획에서 삼성 완제품으로 전환된 물량을 병행 추적 · WAF·p999·usable capacity 개선율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457200" y="6108192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2026-08-05T00:59:16Z</dcterms:created>
  <dcterms:modified xsi:type="dcterms:W3CDTF">2026-08-05T00:59:16Z</dcterms:modified>
</cp:coreProperties>
</file>