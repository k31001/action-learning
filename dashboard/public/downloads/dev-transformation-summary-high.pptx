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북극성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파트너 (2026-06)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호명사회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 — 송길영 『시대예보: 호명사회』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070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429768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129016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5" name="Text 13"/>
          <p:cNvSpPr/>
          <p:nvPr/>
        </p:nvSpPr>
        <p:spPr>
          <a:xfrm>
            <a:off x="8311896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732520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41248" y="2084832"/>
            <a:ext cx="0" cy="214884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8096" y="2066544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19751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755648" y="19659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 커스텀 HBM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인증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8096" y="2926080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’25.10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755648" y="282549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Stargate LOI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90만 장 (DRAM ~40%)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68096" y="3785616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369417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’26.06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755648" y="368503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Micron–Anthropic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16건 · $100B · $22B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590288"/>
            <a:ext cx="3236976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791456"/>
            <a:ext cx="310896" cy="310896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207008" y="4626864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정확한 납품만으로는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 수주 불가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4517136" y="19568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As-Is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1956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To-Be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17136" y="2231136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5888736" y="2231136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6181344" y="2231136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17136" y="280720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5888736" y="2807208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6181344" y="2807208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17136" y="3383280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단품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888736" y="3383280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181344" y="3383280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4517136" y="3959352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QCD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5888736" y="3959352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6181344" y="3959352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 KPI</a:t>
            </a:r>
            <a:endParaRPr lang="en-US" sz="1350" dirty="0"/>
          </a:p>
        </p:txBody>
      </p:sp>
      <p:sp>
        <p:nvSpPr>
          <p:cNvPr id="44" name="Shape 41"/>
          <p:cNvSpPr/>
          <p:nvPr/>
        </p:nvSpPr>
        <p:spPr>
          <a:xfrm>
            <a:off x="4517136" y="4700016"/>
            <a:ext cx="3163824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4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4828032"/>
            <a:ext cx="274320" cy="274320"/>
          </a:xfrm>
          <a:prstGeom prst="rect">
            <a:avLst/>
          </a:prstGeom>
        </p:spPr>
      </p:pic>
      <p:sp>
        <p:nvSpPr>
          <p:cNvPr id="46" name="Text 42"/>
          <p:cNvSpPr/>
          <p:nvPr/>
        </p:nvSpPr>
        <p:spPr>
          <a:xfrm>
            <a:off x="5029200" y="4700016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롤모델 Palantir FDE — 고객사 상주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8897112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3673" y="2053377"/>
            <a:ext cx="209215" cy="209215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8330184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500" dirty="0"/>
          </a:p>
        </p:txBody>
      </p:sp>
      <p:sp>
        <p:nvSpPr>
          <p:cNvPr id="50" name="Text 45"/>
          <p:cNvSpPr/>
          <p:nvPr/>
        </p:nvSpPr>
        <p:spPr>
          <a:xfrm>
            <a:off x="8275320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랩·모델</a:t>
            </a:r>
            <a:endParaRPr lang="en-US" sz="1050" dirty="0"/>
          </a:p>
        </p:txBody>
      </p:sp>
      <p:sp>
        <p:nvSpPr>
          <p:cNvPr id="51" name="Shape 46"/>
          <p:cNvSpPr/>
          <p:nvPr/>
        </p:nvSpPr>
        <p:spPr>
          <a:xfrm>
            <a:off x="10561320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7881" y="2053377"/>
            <a:ext cx="209215" cy="209215"/>
          </a:xfrm>
          <a:prstGeom prst="rect">
            <a:avLst/>
          </a:prstGeom>
        </p:spPr>
      </p:pic>
      <p:sp>
        <p:nvSpPr>
          <p:cNvPr id="53" name="Text 47"/>
          <p:cNvSpPr/>
          <p:nvPr/>
        </p:nvSpPr>
        <p:spPr>
          <a:xfrm>
            <a:off x="9994392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500" dirty="0"/>
          </a:p>
        </p:txBody>
      </p:sp>
      <p:sp>
        <p:nvSpPr>
          <p:cNvPr id="54" name="Text 48"/>
          <p:cNvSpPr/>
          <p:nvPr/>
        </p:nvSpPr>
        <p:spPr>
          <a:xfrm>
            <a:off x="9939528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8897112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3673" y="3114081"/>
            <a:ext cx="209215" cy="209215"/>
          </a:xfrm>
          <a:prstGeom prst="rect">
            <a:avLst/>
          </a:prstGeom>
        </p:spPr>
      </p:pic>
      <p:sp>
        <p:nvSpPr>
          <p:cNvPr id="57" name="Text 50"/>
          <p:cNvSpPr/>
          <p:nvPr/>
        </p:nvSpPr>
        <p:spPr>
          <a:xfrm>
            <a:off x="8330184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500" dirty="0"/>
          </a:p>
        </p:txBody>
      </p:sp>
      <p:sp>
        <p:nvSpPr>
          <p:cNvPr id="58" name="Text 51"/>
          <p:cNvSpPr/>
          <p:nvPr/>
        </p:nvSpPr>
        <p:spPr>
          <a:xfrm>
            <a:off x="8275320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스타·Pod 상주</a:t>
            </a:r>
            <a:endParaRPr lang="en-US" sz="1050" dirty="0"/>
          </a:p>
        </p:txBody>
      </p:sp>
      <p:sp>
        <p:nvSpPr>
          <p:cNvPr id="59" name="Shape 52"/>
          <p:cNvSpPr/>
          <p:nvPr/>
        </p:nvSpPr>
        <p:spPr>
          <a:xfrm>
            <a:off x="10561320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6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7881" y="3114081"/>
            <a:ext cx="209215" cy="209215"/>
          </a:xfrm>
          <a:prstGeom prst="rect">
            <a:avLst/>
          </a:prstGeom>
        </p:spPr>
      </p:pic>
      <p:sp>
        <p:nvSpPr>
          <p:cNvPr id="61" name="Text 53"/>
          <p:cNvSpPr/>
          <p:nvPr/>
        </p:nvSpPr>
        <p:spPr>
          <a:xfrm>
            <a:off x="9994392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500" dirty="0"/>
          </a:p>
        </p:txBody>
      </p:sp>
      <p:sp>
        <p:nvSpPr>
          <p:cNvPr id="62" name="Text 54"/>
          <p:cNvSpPr/>
          <p:nvPr/>
        </p:nvSpPr>
        <p:spPr>
          <a:xfrm>
            <a:off x="9939528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리뷰·PoA</a:t>
            </a:r>
            <a:endParaRPr lang="en-US" sz="1050" dirty="0"/>
          </a:p>
        </p:txBody>
      </p:sp>
      <p:sp>
        <p:nvSpPr>
          <p:cNvPr id="63" name="Shape 55"/>
          <p:cNvSpPr/>
          <p:nvPr/>
        </p:nvSpPr>
        <p:spPr>
          <a:xfrm>
            <a:off x="8311896" y="4480560"/>
            <a:ext cx="3236976" cy="640080"/>
          </a:xfrm>
          <a:prstGeom prst="roundRect">
            <a:avLst>
              <a:gd name="adj" fmla="val 11429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6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4617720"/>
            <a:ext cx="365760" cy="365760"/>
          </a:xfrm>
          <a:prstGeom prst="rect">
            <a:avLst/>
          </a:prstGeom>
        </p:spPr>
      </p:pic>
      <p:sp>
        <p:nvSpPr>
          <p:cNvPr id="65" name="Text 56"/>
          <p:cNvSpPr/>
          <p:nvPr/>
        </p:nvSpPr>
        <p:spPr>
          <a:xfrm>
            <a:off x="8988552" y="4480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FDE를 스타 플레이어로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고객과 기술 생태계 공동 설계</a:t>
            </a:r>
            <a:endParaRPr lang="en-US" sz="1350" dirty="0"/>
          </a:p>
        </p:txBody>
      </p:sp>
      <p:sp>
        <p:nvSpPr>
          <p:cNvPr id="66" name="Shape 57"/>
          <p:cNvSpPr/>
          <p:nvPr/>
        </p:nvSpPr>
        <p:spPr>
          <a:xfrm>
            <a:off x="457200" y="5559552"/>
            <a:ext cx="11274552" cy="82296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/>
        </p:spPr>
      </p:sp>
      <p:sp>
        <p:nvSpPr>
          <p:cNvPr id="67" name="Text 58"/>
          <p:cNvSpPr/>
          <p:nvPr/>
        </p:nvSpPr>
        <p:spPr>
          <a:xfrm>
            <a:off x="676656" y="57058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</a:t>
            </a:r>
            <a:endParaRPr lang="en-US" sz="1500" dirty="0"/>
          </a:p>
        </p:txBody>
      </p:sp>
      <p:sp>
        <p:nvSpPr>
          <p:cNvPr id="68" name="Text 59"/>
          <p:cNvSpPr/>
          <p:nvPr/>
        </p:nvSpPr>
        <p:spPr>
          <a:xfrm>
            <a:off x="676656" y="59984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가능한 임금 수준</a:t>
            </a:r>
            <a:endParaRPr lang="en-US" sz="1050" dirty="0"/>
          </a:p>
        </p:txBody>
      </p:sp>
      <p:sp>
        <p:nvSpPr>
          <p:cNvPr id="69" name="Text 60"/>
          <p:cNvSpPr/>
          <p:nvPr/>
        </p:nvSpPr>
        <p:spPr>
          <a:xfrm>
            <a:off x="2743200" y="5669280"/>
            <a:ext cx="23317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70" name="Text 61"/>
          <p:cNvSpPr/>
          <p:nvPr/>
        </p:nvSpPr>
        <p:spPr>
          <a:xfrm>
            <a:off x="5074920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1" name="Text 62"/>
          <p:cNvSpPr/>
          <p:nvPr/>
        </p:nvSpPr>
        <p:spPr>
          <a:xfrm>
            <a:off x="5294376" y="5669280"/>
            <a:ext cx="329184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— 처우 급등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최대 12.9억 전망</a:t>
            </a:r>
            <a:endParaRPr lang="en-US" sz="1250" dirty="0"/>
          </a:p>
        </p:txBody>
      </p:sp>
      <p:sp>
        <p:nvSpPr>
          <p:cNvPr id="72" name="Text 63"/>
          <p:cNvSpPr/>
          <p:nvPr/>
        </p:nvSpPr>
        <p:spPr>
          <a:xfrm>
            <a:off x="8586216" y="5669280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73" name="Text 64"/>
          <p:cNvSpPr/>
          <p:nvPr/>
        </p:nvSpPr>
        <p:spPr>
          <a:xfrm>
            <a:off x="8805672" y="5669280"/>
            <a:ext cx="269748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2026-08-25T02:42:53Z</dcterms:created>
  <dcterms:modified xsi:type="dcterms:W3CDTF">2026-08-25T02:42:53Z</dcterms:modified>
</cp:coreProperties>
</file>