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74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호명사회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 — 송길영 『시대예보: 호명사회』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6070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297680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2" name="Text 10"/>
          <p:cNvSpPr/>
          <p:nvPr/>
        </p:nvSpPr>
        <p:spPr>
          <a:xfrm>
            <a:off x="4480560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129016" y="1389888"/>
            <a:ext cx="3602736" cy="4114800"/>
          </a:xfrm>
          <a:prstGeom prst="roundRect">
            <a:avLst>
              <a:gd name="adj" fmla="val 2284"/>
            </a:avLst>
          </a:prstGeom>
          <a:solidFill>
            <a:srgbClr val="F5F7F8"/>
          </a:solidFill>
          <a:ln/>
        </p:spPr>
      </p:sp>
      <p:sp>
        <p:nvSpPr>
          <p:cNvPr id="15" name="Text 13"/>
          <p:cNvSpPr/>
          <p:nvPr/>
        </p:nvSpPr>
        <p:spPr>
          <a:xfrm>
            <a:off x="8311896" y="155448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732520" y="152704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SCA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테이블에 못 앉는다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4517136" y="195681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81344" y="1956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17136" y="223113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5888736" y="223113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181344" y="223113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17136" y="280720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888736" y="280720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181344" y="280720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17136" y="338328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888736" y="3383280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181344" y="3383280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4517136" y="395935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5888736" y="395935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181344" y="395935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4" name="Shape 41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CE4E9"/>
            </a:solidFill>
            <a:prstDash val="solid"/>
          </a:ln>
        </p:spPr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6" name="Text 42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8897112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3673" y="2053377"/>
            <a:ext cx="209215" cy="209215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8330184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500" dirty="0"/>
          </a:p>
        </p:txBody>
      </p:sp>
      <p:sp>
        <p:nvSpPr>
          <p:cNvPr id="50" name="Text 45"/>
          <p:cNvSpPr/>
          <p:nvPr/>
        </p:nvSpPr>
        <p:spPr>
          <a:xfrm>
            <a:off x="8275320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050" dirty="0"/>
          </a:p>
        </p:txBody>
      </p:sp>
      <p:sp>
        <p:nvSpPr>
          <p:cNvPr id="51" name="Shape 46"/>
          <p:cNvSpPr/>
          <p:nvPr/>
        </p:nvSpPr>
        <p:spPr>
          <a:xfrm>
            <a:off x="10561320" y="1956816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7881" y="2053377"/>
            <a:ext cx="209215" cy="209215"/>
          </a:xfrm>
          <a:prstGeom prst="rect">
            <a:avLst/>
          </a:prstGeom>
        </p:spPr>
      </p:pic>
      <p:sp>
        <p:nvSpPr>
          <p:cNvPr id="53" name="Text 47"/>
          <p:cNvSpPr/>
          <p:nvPr/>
        </p:nvSpPr>
        <p:spPr>
          <a:xfrm>
            <a:off x="9994392" y="237744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500" dirty="0"/>
          </a:p>
        </p:txBody>
      </p:sp>
      <p:sp>
        <p:nvSpPr>
          <p:cNvPr id="54" name="Text 48"/>
          <p:cNvSpPr/>
          <p:nvPr/>
        </p:nvSpPr>
        <p:spPr>
          <a:xfrm>
            <a:off x="9939528" y="265176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897112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3673" y="3114081"/>
            <a:ext cx="209215" cy="209215"/>
          </a:xfrm>
          <a:prstGeom prst="rect">
            <a:avLst/>
          </a:prstGeom>
        </p:spPr>
      </p:pic>
      <p:sp>
        <p:nvSpPr>
          <p:cNvPr id="57" name="Text 50"/>
          <p:cNvSpPr/>
          <p:nvPr/>
        </p:nvSpPr>
        <p:spPr>
          <a:xfrm>
            <a:off x="8330184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500" dirty="0"/>
          </a:p>
        </p:txBody>
      </p:sp>
      <p:sp>
        <p:nvSpPr>
          <p:cNvPr id="58" name="Text 51"/>
          <p:cNvSpPr/>
          <p:nvPr/>
        </p:nvSpPr>
        <p:spPr>
          <a:xfrm>
            <a:off x="8275320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스타·Pod 상주</a:t>
            </a:r>
            <a:endParaRPr lang="en-US" sz="1050" dirty="0"/>
          </a:p>
        </p:txBody>
      </p:sp>
      <p:sp>
        <p:nvSpPr>
          <p:cNvPr id="59" name="Shape 52"/>
          <p:cNvSpPr/>
          <p:nvPr/>
        </p:nvSpPr>
        <p:spPr>
          <a:xfrm>
            <a:off x="10561320" y="3017520"/>
            <a:ext cx="402336" cy="40233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7881" y="3114081"/>
            <a:ext cx="209215" cy="20921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9994392" y="34381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500" dirty="0"/>
          </a:p>
        </p:txBody>
      </p:sp>
      <p:sp>
        <p:nvSpPr>
          <p:cNvPr id="62" name="Text 54"/>
          <p:cNvSpPr/>
          <p:nvPr/>
        </p:nvSpPr>
        <p:spPr>
          <a:xfrm>
            <a:off x="9939528" y="37124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050" dirty="0"/>
          </a:p>
        </p:txBody>
      </p:sp>
      <p:sp>
        <p:nvSpPr>
          <p:cNvPr id="63" name="Shape 55"/>
          <p:cNvSpPr/>
          <p:nvPr/>
        </p:nvSpPr>
        <p:spPr>
          <a:xfrm>
            <a:off x="8695944" y="4206240"/>
            <a:ext cx="2468880" cy="0"/>
          </a:xfrm>
          <a:prstGeom prst="line">
            <a:avLst/>
          </a:prstGeom>
          <a:noFill/>
          <a:ln w="19050">
            <a:solidFill>
              <a:srgbClr val="C4CFD6"/>
            </a:solidFill>
            <a:prstDash val="solid"/>
          </a:ln>
        </p:spPr>
      </p:sp>
      <p:sp>
        <p:nvSpPr>
          <p:cNvPr id="64" name="Shape 56"/>
          <p:cNvSpPr/>
          <p:nvPr/>
        </p:nvSpPr>
        <p:spPr>
          <a:xfrm>
            <a:off x="863193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5" name="Text 57"/>
          <p:cNvSpPr/>
          <p:nvPr/>
        </p:nvSpPr>
        <p:spPr>
          <a:xfrm>
            <a:off x="814730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150" dirty="0"/>
          </a:p>
        </p:txBody>
      </p:sp>
      <p:sp>
        <p:nvSpPr>
          <p:cNvPr id="66" name="Shape 58"/>
          <p:cNvSpPr/>
          <p:nvPr/>
        </p:nvSpPr>
        <p:spPr>
          <a:xfrm>
            <a:off x="986637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7" name="Text 59"/>
          <p:cNvSpPr/>
          <p:nvPr/>
        </p:nvSpPr>
        <p:spPr>
          <a:xfrm>
            <a:off x="938174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150" dirty="0"/>
          </a:p>
        </p:txBody>
      </p:sp>
      <p:sp>
        <p:nvSpPr>
          <p:cNvPr id="68" name="Shape 60"/>
          <p:cNvSpPr/>
          <p:nvPr/>
        </p:nvSpPr>
        <p:spPr>
          <a:xfrm>
            <a:off x="11100816" y="4142232"/>
            <a:ext cx="128016" cy="128016"/>
          </a:xfrm>
          <a:prstGeom prst="ellipse">
            <a:avLst/>
          </a:prstGeom>
          <a:solidFill>
            <a:srgbClr val="17313B"/>
          </a:solidFill>
          <a:ln/>
        </p:spPr>
      </p:sp>
      <p:sp>
        <p:nvSpPr>
          <p:cNvPr id="69" name="Text 61"/>
          <p:cNvSpPr/>
          <p:nvPr/>
        </p:nvSpPr>
        <p:spPr>
          <a:xfrm>
            <a:off x="10616184" y="43342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150" dirty="0"/>
          </a:p>
        </p:txBody>
      </p:sp>
      <p:sp>
        <p:nvSpPr>
          <p:cNvPr id="70" name="Shape 62"/>
          <p:cNvSpPr/>
          <p:nvPr/>
        </p:nvSpPr>
        <p:spPr>
          <a:xfrm>
            <a:off x="8311896" y="4864608"/>
            <a:ext cx="3236976" cy="512064"/>
          </a:xfrm>
          <a:prstGeom prst="roundRect">
            <a:avLst>
              <a:gd name="adj" fmla="val 14286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7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937760"/>
            <a:ext cx="365760" cy="365760"/>
          </a:xfrm>
          <a:prstGeom prst="rect">
            <a:avLst/>
          </a:prstGeom>
        </p:spPr>
      </p:pic>
      <p:sp>
        <p:nvSpPr>
          <p:cNvPr id="72" name="Text 63"/>
          <p:cNvSpPr/>
          <p:nvPr/>
        </p:nvSpPr>
        <p:spPr>
          <a:xfrm>
            <a:off x="8988552" y="486460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DE를 스타 플레이어로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고객과 기술 생태계 공동 설계</a:t>
            </a:r>
            <a:endParaRPr lang="en-US" sz="1300" dirty="0"/>
          </a:p>
        </p:txBody>
      </p:sp>
      <p:sp>
        <p:nvSpPr>
          <p:cNvPr id="73" name="Text 64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4" name="Text 65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5" name="Text 66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6" name="Text 67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7" name="Text 68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8" name="Text 69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9" name="Text 70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80" name="Text 71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81" name="Text 72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82" name="Text 73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2026-07-24T01:38:44Z</dcterms:created>
  <dcterms:modified xsi:type="dcterms:W3CDTF">2026-07-24T01:38:44Z</dcterms:modified>
</cp:coreProperties>
</file>