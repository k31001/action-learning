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개발실 체질 전환 — 수주 이행자에서 기술 파트너로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497312" y="310896"/>
            <a:ext cx="1234440" cy="420624"/>
          </a:xfrm>
          <a:prstGeom prst="roundRect">
            <a:avLst>
              <a:gd name="adj" fmla="val 21739"/>
            </a:avLst>
          </a:prstGeom>
          <a:solidFill>
            <a:srgbClr val="E8F6F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A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디테일 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삼성전자 메모리사업부 · 개발실 체질 전환 전략 요약 · 2026-07-24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589520" y="6510528"/>
            <a:ext cx="4142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원천: wiki/strategies/dev-org-transformation.md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14400" y="987552"/>
            <a:ext cx="10360152" cy="932688"/>
          </a:xfrm>
          <a:prstGeom prst="roundRect">
            <a:avLst>
              <a:gd name="adj" fmla="val 9804"/>
            </a:avLst>
          </a:prstGeom>
          <a:solidFill>
            <a:srgbClr val="E8F6F0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078992"/>
            <a:ext cx="9994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“고객의 아키텍처 안으로 들어가 수요를 함께 설계하는 기업이 이긴다”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97280" y="1554480"/>
            <a:ext cx="9994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신문섭 파트너, AI 인프라 슈퍼사이클 인터뷰 (2026-06)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011680" y="2286000"/>
            <a:ext cx="3200400" cy="1773936"/>
          </a:xfrm>
          <a:prstGeom prst="roundRect">
            <a:avLst>
              <a:gd name="adj" fmla="val 5155"/>
            </a:avLst>
          </a:prstGeom>
          <a:solidFill>
            <a:srgbClr val="F3F6F8"/>
          </a:solidFill>
          <a:ln w="15875">
            <a:solidFill>
              <a:srgbClr val="D9E6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64992" y="2487168"/>
            <a:ext cx="493776" cy="493776"/>
          </a:xfrm>
          <a:prstGeom prst="ellipse">
            <a:avLst/>
          </a:prstGeom>
          <a:solidFill>
            <a:srgbClr val="5A7184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83498" y="2605674"/>
            <a:ext cx="256764" cy="25676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103120" y="305409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수주 이행자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2103120" y="34747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스펙 수령 · RFQ 응답 · QCD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349240" y="2761488"/>
            <a:ext cx="1463040" cy="822960"/>
          </a:xfrm>
          <a:prstGeom prst="rightArrow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LTA → SCA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949440" y="2286000"/>
            <a:ext cx="3200400" cy="1773936"/>
          </a:xfrm>
          <a:prstGeom prst="roundRect">
            <a:avLst>
              <a:gd name="adj" fmla="val 5155"/>
            </a:avLst>
          </a:prstGeom>
          <a:solidFill>
            <a:srgbClr val="E8F6F0"/>
          </a:solidFill>
          <a:ln w="19050">
            <a:solidFill>
              <a:srgbClr val="02A87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302752" y="2487168"/>
            <a:ext cx="493776" cy="493776"/>
          </a:xfrm>
          <a:prstGeom prst="ellipse">
            <a:avLst/>
          </a:prstGeom>
          <a:solidFill>
            <a:srgbClr val="02A878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1258" y="2605674"/>
            <a:ext cx="256764" cy="25676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040880" y="305409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A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파트너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6949440" y="3474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 공동 정의 · 선제 제안 · 시스템 모델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2468880" y="4901184"/>
            <a:ext cx="7251192" cy="0"/>
          </a:xfrm>
          <a:prstGeom prst="line">
            <a:avLst/>
          </a:prstGeom>
          <a:noFill/>
          <a:ln w="25400">
            <a:solidFill>
              <a:srgbClr val="02A87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2377440" y="4809744"/>
            <a:ext cx="182880" cy="182880"/>
          </a:xfrm>
          <a:prstGeom prst="ellipse">
            <a:avLst/>
          </a:prstGeom>
          <a:solidFill>
            <a:srgbClr val="02A878"/>
          </a:solidFill>
          <a:ln/>
        </p:spPr>
      </p:sp>
      <p:sp>
        <p:nvSpPr>
          <p:cNvPr id="22" name="Text 18"/>
          <p:cNvSpPr/>
          <p:nvPr/>
        </p:nvSpPr>
        <p:spPr>
          <a:xfrm>
            <a:off x="1188720" y="44805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90일 증명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1097280" y="50840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Pod 1호 · 모델 v0.1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007608" y="4809744"/>
            <a:ext cx="182880" cy="182880"/>
          </a:xfrm>
          <a:prstGeom prst="ellipse">
            <a:avLst/>
          </a:prstGeom>
          <a:solidFill>
            <a:srgbClr val="02A878"/>
          </a:solidFill>
          <a:ln/>
        </p:spPr>
      </p:sp>
      <p:sp>
        <p:nvSpPr>
          <p:cNvPr id="25" name="Text 21"/>
          <p:cNvSpPr/>
          <p:nvPr/>
        </p:nvSpPr>
        <p:spPr>
          <a:xfrm>
            <a:off x="4818888" y="44805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1년 제도화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4727448" y="50840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Pod 3~5 · SCA 1건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9628632" y="4809744"/>
            <a:ext cx="182880" cy="182880"/>
          </a:xfrm>
          <a:prstGeom prst="ellipse">
            <a:avLst/>
          </a:prstGeom>
          <a:solidFill>
            <a:srgbClr val="02A878"/>
          </a:solidFill>
          <a:ln/>
        </p:spPr>
      </p:sp>
      <p:sp>
        <p:nvSpPr>
          <p:cNvPr id="28" name="Text 24"/>
          <p:cNvSpPr/>
          <p:nvPr/>
        </p:nvSpPr>
        <p:spPr>
          <a:xfrm>
            <a:off x="8439912" y="44805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3년 표준화</a:t>
            </a:r>
            <a:endParaRPr lang="en-US" sz="1600" dirty="0"/>
          </a:p>
        </p:txBody>
      </p:sp>
      <p:sp>
        <p:nvSpPr>
          <p:cNvPr id="29" name="Text 25"/>
          <p:cNvSpPr/>
          <p:nvPr/>
        </p:nvSpPr>
        <p:spPr>
          <a:xfrm>
            <a:off x="8348472" y="50840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 · 커스텀 30%+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457200" y="5650992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$100B</a:t>
            </a:r>
            <a:pPr algn="ctr" indent="0" marL="0">
              <a:buNone/>
            </a:pPr>
            <a:r>
              <a:rPr lang="en-US" sz="14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SCA 최소 계약매출 — 공동설계 없이는 참여할 수 없는 시장 (Micron IR, 2026-06)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2026-07-24T01:01:51Z</dcterms:created>
  <dcterms:modified xsi:type="dcterms:W3CDTF">2026-07-24T01:01:51Z</dcterms:modified>
</cp:coreProperties>
</file>