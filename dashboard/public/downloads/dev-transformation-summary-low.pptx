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349240" y="2286000"/>
            <a:ext cx="1463040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 SCA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Distinguished Engineer를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2468880" y="4974336"/>
            <a:ext cx="725119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2377440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8" name="Text 23"/>
          <p:cNvSpPr/>
          <p:nvPr/>
        </p:nvSpPr>
        <p:spPr>
          <a:xfrm>
            <a:off x="118872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1097280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007608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1" name="Text 26"/>
          <p:cNvSpPr/>
          <p:nvPr/>
        </p:nvSpPr>
        <p:spPr>
          <a:xfrm>
            <a:off x="4818888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4727448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SCA 1건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9628632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4" name="Text 29"/>
          <p:cNvSpPr/>
          <p:nvPr/>
        </p:nvSpPr>
        <p:spPr>
          <a:xfrm>
            <a:off x="8439912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550" dirty="0"/>
          </a:p>
        </p:txBody>
      </p:sp>
      <p:sp>
        <p:nvSpPr>
          <p:cNvPr id="35" name="Text 30"/>
          <p:cNvSpPr/>
          <p:nvPr/>
        </p:nvSpPr>
        <p:spPr>
          <a:xfrm>
            <a:off x="8348472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457200" y="559612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2026-07-24T01:38:44Z</dcterms:created>
  <dcterms:modified xsi:type="dcterms:W3CDTF">2026-07-24T01:38:44Z</dcterms:modified>
</cp:coreProperties>
</file>