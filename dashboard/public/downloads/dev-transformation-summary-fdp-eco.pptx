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37744"/>
            <a:ext cx="9765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제품·기술 축 — FDP Host–SSD 통합 플랫폼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10268712" y="310896"/>
            <a:ext cx="1463040" cy="420624"/>
          </a:xfrm>
          <a:prstGeom prst="roundRect">
            <a:avLst>
              <a:gd name="adj" fmla="val 21739"/>
            </a:avLst>
          </a:prstGeom>
          <a:solidFill>
            <a:srgbClr val="EFF3F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제품 축 ④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6510528"/>
            <a:ext cx="6949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삼성전자 메모리사업부 · 개발실 체질 전환 전략 요약 · 2026-07-24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7589520" y="6510528"/>
            <a:ext cx="41422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원천: wiki/strategies/fdp-host-ssd-platform.md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82296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실행전략  </a:t>
            </a:r>
            <a:pPr indent="0" marL="0">
              <a:buNone/>
            </a:pPr>
            <a:r>
              <a:rPr lang="en-US" sz="1300" i="1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SCA로 다가가고 · FDP로 제공하고 · FDE로 협업한다: 워크로드가 들어올수록 전환비용이 커지는 락인 플라이휠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755648" y="1298448"/>
            <a:ext cx="1024128" cy="1024128"/>
          </a:xfrm>
          <a:prstGeom prst="ellipse">
            <a:avLst/>
          </a:prstGeom>
          <a:solidFill>
            <a:srgbClr val="5A718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다가간다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58368" y="3346704"/>
            <a:ext cx="1024128" cy="1024128"/>
          </a:xfrm>
          <a:prstGeom prst="ellipse">
            <a:avLst/>
          </a:prstGeom>
          <a:solidFill>
            <a:srgbClr val="02809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FDP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제공한다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52928" y="3346704"/>
            <a:ext cx="1024128" cy="1024128"/>
          </a:xfrm>
          <a:prstGeom prst="ellipse">
            <a:avLst/>
          </a:prstGeom>
          <a:solidFill>
            <a:srgbClr val="02A87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</a:t>
            </a:r>
            <a:endParaRPr lang="en-US" sz="16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협업한다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 flipH="1">
            <a:off x="1170432" y="2304288"/>
            <a:ext cx="402336" cy="1005840"/>
          </a:xfrm>
          <a:prstGeom prst="line">
            <a:avLst/>
          </a:prstGeom>
          <a:noFill/>
          <a:ln w="25400">
            <a:solidFill>
              <a:srgbClr val="C4CFD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773936" y="3858768"/>
            <a:ext cx="987552" cy="914"/>
          </a:xfrm>
          <a:prstGeom prst="line">
            <a:avLst/>
          </a:prstGeom>
          <a:noFill/>
          <a:ln w="25400">
            <a:solidFill>
              <a:srgbClr val="C4CFD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 flipH="1" flipV="1">
            <a:off x="2907792" y="2286000"/>
            <a:ext cx="457200" cy="1024128"/>
          </a:xfrm>
          <a:prstGeom prst="line">
            <a:avLst/>
          </a:prstGeom>
          <a:noFill/>
          <a:ln w="25400">
            <a:solidFill>
              <a:srgbClr val="C4CFD6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1554480" y="2724912"/>
            <a:ext cx="1426464" cy="768096"/>
          </a:xfrm>
          <a:prstGeom prst="roundRect">
            <a:avLst>
              <a:gd name="adj" fmla="val 9524"/>
            </a:avLst>
          </a:prstGeom>
          <a:solidFill>
            <a:srgbClr val="E8F6F0"/>
          </a:solidFill>
          <a:ln w="15875">
            <a:solidFill>
              <a:srgbClr val="02A87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락인</a:t>
            </a:r>
            <a:endParaRPr lang="en-US" sz="11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다운턴 방어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3785616" cy="1371600"/>
          </a:xfrm>
          <a:prstGeom prst="roundRect">
            <a:avLst>
              <a:gd name="adj" fmla="val 5333"/>
            </a:avLst>
          </a:prstGeom>
          <a:solidFill>
            <a:srgbClr val="F5F7F8"/>
          </a:solidFill>
          <a:ln/>
        </p:spPr>
        <p:txBody>
          <a:bodyPr wrap="square" lIns="1524" tIns="1524" rIns="1524" bIns="1524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락인 플라이휠</a:t>
            </a:r>
            <a:endParaRPr lang="en-US" sz="125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71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워크로드 유입 → 최적화 심화 → 전환비용 증가. 계약이 끝나도 갈아타기 어려운 관계가 다운턴의 방어벽이 된다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434840" y="1207008"/>
            <a:ext cx="7296912" cy="1645920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/>
        </p:spPr>
      </p:sp>
      <p:sp>
        <p:nvSpPr>
          <p:cNvPr id="16" name="Text 14"/>
          <p:cNvSpPr/>
          <p:nvPr/>
        </p:nvSpPr>
        <p:spPr>
          <a:xfrm>
            <a:off x="4599432" y="1353312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020056" y="13258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12228" y="1418052"/>
            <a:ext cx="199705" cy="199705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532120" y="1335024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협상력의 창이 열려 있을 때 워크로드 교환을 제안한다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4645152" y="1755648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하이퍼스케일러 + 스토리지 박스 업체(Pure Storage·VAST Data·DDN)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딜 구조: 고객 워크로드 공유 ↔ 그 워크로드에 최적화한 FDP SSD 공급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 효익: 성능·수명 개선과 TCO 절감으로 거절하기 어려운 제안 (공급부족 국면 한정의 창)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434840" y="2980944"/>
            <a:ext cx="7296912" cy="1645920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/>
        </p:spPr>
      </p:sp>
      <p:sp>
        <p:nvSpPr>
          <p:cNvPr id="22" name="Text 19"/>
          <p:cNvSpPr/>
          <p:nvPr/>
        </p:nvSpPr>
        <p:spPr>
          <a:xfrm>
            <a:off x="4599432" y="3127248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020056" y="3099816"/>
            <a:ext cx="384048" cy="384048"/>
          </a:xfrm>
          <a:prstGeom prst="ellipse">
            <a:avLst/>
          </a:prstGeom>
          <a:solidFill>
            <a:srgbClr val="4C7C94"/>
          </a:solidFill>
          <a:ln/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228" y="3191988"/>
            <a:ext cx="199705" cy="199705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532120" y="31089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호스트를 이해하는 최적화 개발 역량을 채용·양성으로 확보한다</a:t>
            </a:r>
            <a:endParaRPr lang="en-US" sz="1400" dirty="0"/>
          </a:p>
        </p:txBody>
      </p:sp>
      <p:sp>
        <p:nvSpPr>
          <p:cNvPr id="26" name="Text 22"/>
          <p:cNvSpPr/>
          <p:nvPr/>
        </p:nvSpPr>
        <p:spPr>
          <a:xfrm>
            <a:off x="4645152" y="3529584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전문가 5종: ① 커널 블록계층·io_uring·NVMe ② SPDK 유저스페이스 ③ DB·캐시 내부(RocksDB·CacheLib·Ceph) ④ 성능·워크로드 분석(fio·eBPF·WAF) ⑤ FTL·미디어 모델(사내 강점 브리지)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확보: 오픈소스 커미터·하이퍼스케일러 스토리지팀 출신 채용 + 사내 FW 인력의 호스트 SW 전환 트랙(오픈소스 기여를 평가에 반영)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4434840" y="4754880"/>
            <a:ext cx="7296912" cy="1645920"/>
          </a:xfrm>
          <a:prstGeom prst="roundRect">
            <a:avLst>
              <a:gd name="adj" fmla="val 5000"/>
            </a:avLst>
          </a:prstGeom>
          <a:solidFill>
            <a:srgbClr val="F5F7F8"/>
          </a:solidFill>
          <a:ln/>
        </p:spPr>
      </p:sp>
      <p:sp>
        <p:nvSpPr>
          <p:cNvPr id="28" name="Text 24"/>
          <p:cNvSpPr/>
          <p:nvPr/>
        </p:nvSpPr>
        <p:spPr>
          <a:xfrm>
            <a:off x="4599432" y="4901184"/>
            <a:ext cx="329184" cy="329184"/>
          </a:xfrm>
          <a:prstGeom prst="ellipse">
            <a:avLst/>
          </a:prstGeom>
          <a:solidFill>
            <a:srgbClr val="1731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500" dirty="0"/>
          </a:p>
        </p:txBody>
      </p:sp>
      <p:sp>
        <p:nvSpPr>
          <p:cNvPr id="29" name="Shape 25"/>
          <p:cNvSpPr/>
          <p:nvPr/>
        </p:nvSpPr>
        <p:spPr>
          <a:xfrm>
            <a:off x="5020056" y="4873752"/>
            <a:ext cx="384048" cy="384048"/>
          </a:xfrm>
          <a:prstGeom prst="ellipse">
            <a:avLst/>
          </a:prstGeom>
          <a:solidFill>
            <a:srgbClr val="02A878"/>
          </a:solidFill>
          <a:ln/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228" y="4965924"/>
            <a:ext cx="199705" cy="199705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5532120" y="4882896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FDE를 고객 옆에 두고 FDP 생태계에 함께 기여한다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4645152" y="5303520"/>
            <a:ext cx="6903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채용: 실리콘밸리 현지 중심, 오픈소스 스토리지 기여자 우대, 영어 커뮤니케이션 필수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양성: 본사 엔지니어 미국 로테이션(6~12개월) + 현지 FDE 멘토 페어링</a:t>
            </a:r>
            <a:endParaRPr lang="en-US" sz="1050" dirty="0"/>
          </a:p>
          <a:p>
            <a:pPr marL="342900" indent="-342900">
              <a:lnSpc>
                <a:spcPct val="108000"/>
              </a:lnSpc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731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운영: 파일럿 1~2사 상주(Pod 소속·dual-ladder), outcome 평가(FDP 활성화 용량), 커널·SPDK·CacheLib 업스트림 기여로 호명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2026-08-25T02:25:10Z</dcterms:created>
  <dcterms:modified xsi:type="dcterms:W3CDTF">2026-08-25T02:25:10Z</dcterms:modified>
</cp:coreProperties>
</file>