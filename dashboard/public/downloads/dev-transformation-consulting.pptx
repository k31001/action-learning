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요약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요약: 고객의 스토리지 통제권 상승은 불가역이다. 개발실은 FDP 표준 SSD와 시스템 소프트웨어를 묶은 플랫폼으로 부가가치를 재정의하고, 다음 니즈(KV cache)를 선행해야 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wiki/strategies/fdp-host-ssd-platform.md §1~§4.6 · dev-org-transformation.md §4.6~4.7. 각 논거의 근거 데이터는 2~7장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572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상황: 세 흐름이 한 점에서 만난다 (2장)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019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메모리 계약이 Spot→LTA→전략적 고객 계약으로 진화, take-or-pay Binding 등장 (이창수 인터뷰)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하이퍼스케일러가 enterprise SSD 수요의 약 55%를 지배, 규격(FDP)도 고객이 설계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5237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통제권은 완제품→펌웨어→자체 컨트롤러(AWS Nitro)→표준·웨이퍼 직구매로 일방향 상승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944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다운턴의 깊이는 고객 구조가, 극복은 니즈 적중이 결정했다 (3~4장)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2735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2023 낙폭은 서버 노출 순위 그대로: 삼성 -54%, SK그룹 -63%, WDC -45%, Kioxia -35%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584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회복은 61TB QLC를 12개월 선행한 Solidigm이 가져갔고, 삼성은 용량 리더십 후발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8953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다음 니즈는 KV cache: 2028년 150~200EB 신규 수요, 현행 대비 RUH 25배·내구성 2~10배 갭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70832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315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FDP 표준 + 시스템 SW 플랫폼, 3층 협업으로 확산 (5~8장)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6451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4개 선택지 중 유일하게 부가가치 방어·펌웨어 공통화·통제권 정합·차별화를 동시 충족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9560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LLM 기업에서 스펙을 잡고, 스토리지 벤더에서 실증하고, 하이퍼스케일러에서 물량을 수확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2669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FDE(Forward Deployed Engineer)가 플랫폼을 들고 고객 아키텍처 안으로 들어간다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1572768"/>
            <a:ext cx="0" cy="393192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503920" y="20299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하이퍼스케일러의 enterprise SSD 수요 점유 (2026)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039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-54%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03920" y="2926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NAND 매출 낙폭, 2Q22→1Q23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25배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503920" y="3822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오프로드가 요구하는 RUH 수 대 현행 (200+ vs 2~8)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03920" y="4315968"/>
            <a:ext cx="3227832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13648" y="437083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결정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FDP Enablement Platform을 제품 로드맵 항목으로 승인  ② 실리콘밸리 FDE 채용·파견 트랙 신설  ③ Anthropic 공동 설계 제안, VAST·DDN 레퍼런스 착수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배경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흐름이 한 점에서 만난다: 물량은 Binding으로 잠기고, 규격은 고객이 정하며, 완제품 가치는 고객이 가져가려 한다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좌: 세 갈래 환경 변화와 교차점 · 우: 고객 스토리지 통제권의 4단계 상승 (2016~2026)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전략 없이 교차점에 서면 개발실은 웨이퍼 공급자로 후퇴한다. 단, 삼성은 FDP 표준의 공동 주도자다: 흐름의 피해자가 아니라 설계 참여자 위치에서 출발할 수 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lee-changsoo-memory-sales-interview-2026-08-03 · captive-ssd-fdp-context-2026-08 (55%, AWS Nitro 2021-12, FDP TP4146 2023 비준, 웨이퍼 계약가 Q1'25 대비 +246%)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수주산업화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0240" y="15727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Spot→LTA→전략적 고객 계약. 5년 계약에 선수금 수십억 달러, 구매 의무 위반 시 캐시 차감: 메모리가 처음으로 take-or-pay를 바인딩 (이창수)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물량은 잠기지만 완제품 부가가치는 보장되지 않는다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4754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수요 지배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20240" y="28712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 클라우드가 글로벌 enterprise SSD 물량의 약 55% 소비. 2026 공급 부족 국면에서 가격 불문 물량 흡수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고객이 시장 규칙을 정한다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4754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통제권 상승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416966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 통제를 위해 스토리지 스택을 계층별로 내재화. FDP 표준 자체가 고객(Meta·Google)이 설계한 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5010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가치는 고객이 가져가려 한다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2651760"/>
            <a:ext cx="457200" cy="0"/>
          </a:xfrm>
          <a:prstGeom prst="rect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103120"/>
            <a:ext cx="118872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157984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교차점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 잠김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고객 결정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이전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15727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통제하는 계층: 4단계 상승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49440" y="1865376"/>
            <a:ext cx="478231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011680"/>
            <a:ext cx="4782312" cy="731520"/>
          </a:xfrm>
          <a:prstGeom prst="rect">
            <a:avLst/>
          </a:prstGeom>
          <a:solidFill>
            <a:srgbClr val="D6DC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2011680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완제품 구매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~2016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없음 (벤더 표준품)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42048" y="2852928"/>
            <a:ext cx="4489704" cy="731520"/>
          </a:xfrm>
          <a:prstGeom prst="rect">
            <a:avLst/>
          </a:prstGeom>
          <a:solidFill>
            <a:srgbClr val="D6DC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2852928"/>
            <a:ext cx="4306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커스텀 스펙·펌웨어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2017~20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스토리지 스펙, 고객별 펌웨어 브랜치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34656" y="3694176"/>
            <a:ext cx="4197096" cy="731520"/>
          </a:xfrm>
          <a:prstGeom prst="rect">
            <a:avLst/>
          </a:prstGeom>
          <a:solidFill>
            <a:srgbClr val="D6DC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3694176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자체 컨트롤러 (Captive)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Nitro SSD (2021-12): crown jewels는 만들고 staples는 산다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27264" y="4535424"/>
            <a:ext cx="3904488" cy="731520"/>
          </a:xfrm>
          <a:prstGeom prst="rect">
            <a:avLst/>
          </a:prstGeom>
          <a:solidFill>
            <a:srgbClr val="1428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4535424"/>
            <a:ext cx="3721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표준 주도 + 웨이퍼 직구매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2022~26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FDP(TP4146) Meta·Google 주도, 삼성과 6개월 만에 비준. NAND 웨이퍼 다년 계약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배경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다운턴에서 삼성은 -54%로 서버 노출 순위 그대로 맞았고, 회복은 니즈를 적중한 Solidigm이 가져갔다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낙폭과 원인  ② CapEx 총량 vs AI 인프라 재배분  ③ 대용량 QLC eSSD 출시 경쟁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다변화(방어)가 아니라 니즈 적중(공격)이 다운턴을 이긴다. 61TB에서 1년, 245TB에서 첫 출하를 놓친 삼성은 다음 니즈를 선행해야 한다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nand-downturn-2023-vendor-data (TrendForce 분기 합성, Micron은 회계분기 차이로 제외) · qlc-essd-timeline-fdp-ruh-2026-09 (Blocks &amp; Files·AnandTech·TechPowerUp·TechRadar, TrendForce '24.07) · 각사 10-K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-54%: 낙폭 순위 = eSSD 노출 순위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329184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331720"/>
            <a:ext cx="548640" cy="97971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3297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52728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SK그룹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89888" y="2331720"/>
            <a:ext cx="548640" cy="114300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3493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75688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WDC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12848" y="2331720"/>
            <a:ext cx="548640" cy="816429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316643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98648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Kioxia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35808" y="2331720"/>
            <a:ext cx="548640" cy="63500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2985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매출 피크(2Q22)→저점(1Q23)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enterprise SSD 점유 4Q22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80160" y="4297680"/>
            <a:ext cx="1828800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3824" y="42793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46.9%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SK그룹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80160" y="4590288"/>
            <a:ext cx="740878" cy="18288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902" y="45720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Kioxia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80160" y="4882896"/>
            <a:ext cx="506917" cy="18288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1941" y="48646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521208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매출 중 SSD 기여 50%+→20~25% 붕괴(4Q22→1Q23). SK -63%엔 서버 100% Solidigm 포함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총량이 아니라 재배분: AI 서버 가치 23%→65%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9768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3429000"/>
            <a:ext cx="329184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2250496"/>
            <a:ext cx="256032" cy="1178504"/>
          </a:xfrm>
          <a:prstGeom prst="rect">
            <a:avLst/>
          </a:prstGeom>
          <a:solidFill>
            <a:srgbClr val="D6DCE8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2202275"/>
            <a:ext cx="256032" cy="1226725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65776" y="2412516"/>
            <a:ext cx="256032" cy="101648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345643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59552" y="3058668"/>
            <a:ext cx="256032" cy="370332"/>
          </a:xfrm>
          <a:prstGeom prst="rect">
            <a:avLst/>
          </a:prstGeom>
          <a:solidFill>
            <a:srgbClr val="D6DCE8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2823353"/>
            <a:ext cx="256032" cy="605647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44768" y="2887004"/>
            <a:ext cx="256032" cy="541996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22392" y="345643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38544" y="2954512"/>
            <a:ext cx="256032" cy="474488"/>
          </a:xfrm>
          <a:prstGeom prst="rect">
            <a:avLst/>
          </a:prstGeom>
          <a:solidFill>
            <a:srgbClr val="D6DCE8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31152" y="2821424"/>
            <a:ext cx="256032" cy="607576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0" y="2805994"/>
            <a:ext cx="256032" cy="623006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1384" y="345643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Alphabet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7680" y="370332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 CapEx $B, ’21 ’22 ’23 (각사 10-K). Amazon 창사 최초 -17%, Meta -11%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297680" y="411480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AI 인프라: AI 서버 시장 가치 $B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297680" y="4389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407408"/>
            <a:ext cx="562332" cy="201168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26356" y="43891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~50 · 서버 가치의 23%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97680" y="47183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’24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736592"/>
            <a:ext cx="2103120" cy="20116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718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187 · 65% (TrendForce)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97680" y="521208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CapEx가 깎인 ’23에도 AI 서버 가치는 폭증 궤도. 일반 서버·스토리지향 수요만 꺼졌다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29016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Solidigm 선행, 245TB 첫 출하는 Micron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8129016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29016" y="21305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Solidigm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052560" y="2240280"/>
            <a:ext cx="2468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29016" y="26334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052560" y="2743200"/>
            <a:ext cx="2468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29016" y="31363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052560" y="3246120"/>
            <a:ext cx="2468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29016" y="36393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Kioxia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052560" y="3749040"/>
            <a:ext cx="24688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69680" y="3895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’23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486900" y="3895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’24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0104120" y="3895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721340" y="3895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326423" y="2180844"/>
            <a:ext cx="118872" cy="118872"/>
          </a:xfrm>
          <a:prstGeom prst="ellipse">
            <a:avLst/>
          </a:prstGeom>
          <a:solidFill>
            <a:srgbClr val="555555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65819" y="1947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065819" y="2313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’23.07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147325" y="2180844"/>
            <a:ext cx="118872" cy="118872"/>
          </a:xfrm>
          <a:prstGeom prst="ellipse">
            <a:avLst/>
          </a:prstGeom>
          <a:solidFill>
            <a:srgbClr val="555555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86721" y="1947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276838" y="218084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016234" y="1947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245T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9918954" y="2683764"/>
            <a:ext cx="118872" cy="118872"/>
          </a:xfrm>
          <a:prstGeom prst="ellipse">
            <a:avLst/>
          </a:prstGeom>
          <a:solidFill>
            <a:srgbClr val="1428A0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58350" y="24505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61T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0134981" y="268376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874377" y="28163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0659618" y="318668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99014" y="2953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060811" y="3186684"/>
            <a:ext cx="118872" cy="118872"/>
          </a:xfrm>
          <a:prstGeom prst="ellipse">
            <a:avLst/>
          </a:prstGeom>
          <a:solidFill>
            <a:srgbClr val="555555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800207" y="3319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245T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0800207" y="3483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’26.05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0536174" y="3689604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555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275570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245T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129016" y="411480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출하   ○ 샘플·전시·예정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29016" y="4407408"/>
            <a:ext cx="3602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Solidigm은 최심부(SK그룹)에서 61TB QLC를 ’23.07 출시해 ’24 흑자 전환. 삼성 61TB는 ’24.07, 122TB는 FMS’24 전시 후 미출하. 245TB 첫 상용 출하는 Micron 6600 ION(’26.05)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배경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니즈는 KV cache다: 2028년 150~200EB 신규 NAND 수요가 열리지만, 현행 제품은 RUH 25배·내구성 2~10배 갭을 안고 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신규 수요 규모  ② FDP 쓰기 스트림(RUH) 갭  ③ 내구성(DWPD) 갭과 실증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갭의 해법이 곧 전략이다. ScaleFlux가 200+ FDP 스트림으로 유효 7~10+ DWPD를 달성했듯, 수명별 RUH 분리 + Host SW가 KV cache 시대의 표준 해법이며 삼성은 FDP 공동 주도자로서 이를 플랫폼화할 위치에 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kv-cache-ssd-demand-2026 (SanDisk FMS 2026 전망, Solidigm·삼성 공개 스펙) · qlc-essd-timeline-fdp-ruh-2026-09 §2 (StorageReview ’26.07.30 · TechTimes ’26.08.01). RUH 요구 200+는 NVIDIA CMX 타깃 ScaleFlux 플랫폼 스펙 기준, NVIDIA 공식 스펙 수치는 미확인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단독 NAND 수요 (전망)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291840"/>
            <a:ext cx="731520" cy="217170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509010"/>
            <a:ext cx="731520" cy="65151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35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75~100EB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4197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2423160"/>
            <a:ext cx="731520" cy="434340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2857500"/>
            <a:ext cx="731520" cy="13030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167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150~200EB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4197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2030년 AI DC NAND 워크로드 중 KV cache 비중 (SanDisk). SSD가 GPU HBM→DRAM 아래의 추론 캐시 계층으로 승격 (Dynamo·CMX·LMCache·Mooncake 공식 지원)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9768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RUH 갭: 현행 2~8 vs 요구 200+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9768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160520"/>
            <a:ext cx="329184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89197"/>
            <a:ext cx="777240" cy="71323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796589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2~8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26280" y="42062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FDP SSD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377440"/>
            <a:ext cx="777240" cy="17830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084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200+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80760" y="42062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CMX 오프로드 요구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97680" y="452628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세션·테넌트·공유 프리픽스·수명 등급별로 스트림을 분리해야 hot/cold 혼재로 인한 GC 증폭이 끊긴다. 소수 RUH로는 WAF 문제가 지속된다. RUH(Reclaim Unit Handle): 수명이 같은 데이터를 같은 소거 단위에 모으는 FDP 스트림 핸들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29016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내구성 갭: 요구 7~10+ vs 현행 0.6~3 DWPD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29016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29016" y="4160520"/>
            <a:ext cx="329184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11896" y="4050792"/>
            <a:ext cx="566928" cy="109728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29016" y="3794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10728" y="42062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고용량 QLC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134856" y="3977640"/>
            <a:ext cx="566928" cy="18288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51976" y="3721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33688" y="42062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TLC RI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957816" y="3611880"/>
            <a:ext cx="566928" cy="5486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74936" y="3355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756648" y="42062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TLC MU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780776" y="2331720"/>
            <a:ext cx="566928" cy="548640"/>
          </a:xfrm>
          <a:prstGeom prst="rect">
            <a:avLst/>
          </a:prstGeom>
          <a:solidFill>
            <a:srgbClr val="8FA0DC"/>
          </a:solidFill>
          <a:ln w="12700">
            <a:solidFill>
              <a:srgbClr val="8FA0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80776" y="2880360"/>
            <a:ext cx="566928" cy="12801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97896" y="2075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7~10+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579608" y="42062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요구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129016" y="4526280"/>
            <a:ext cx="3602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실증: ScaleFlux(NVIDIA CMX 타깃)는 200+ FDP 스트림으로 KV 블록을 수명별 분리, WAF를 낮춰 유효 7~10+ DWPD(5년) 달성 발표. 미디어만으로는 못 메우고 RUH 분리 + 고내구 설계가 답이다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전략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선택지 중 FDP 표준 + 시스템 SW 통합 플랫폼만이 부가가치 방어·펌웨어 공통화·통제권 정합·차별화 지속을 동시에 충족한다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4개 × 선택지 4개. ● 충족  ◑ 부분 충족  ○ 미충족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상승이 불가역이라면 부가가치는 고객이 가져간 계층 아래(웨이퍼)가 아니라, 고객이 아직 풀지 못한 계층 위(워크로드↔FDP 정책 변환)에서 만들어야 한다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fdp-host-ssd-platform.md §3 · choi-jangseok 인터뷰 2026-07-29 (커스텀 소싱·컨트랙 체질 부재) · fdp-host-ssd-platform-strategy-2026-07-24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완제품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부가가치 방어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펌웨어 공통화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효율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고객 통제권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정합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(d) 차별화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89520" y="1572768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사유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06654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3969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컴포넌트 후퇴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NAND·웨이퍼 공급 집중, 완제품은 고객 위임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21396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21396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1396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1396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89520" y="213969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물량은 지키나 완제품 부가가치 영구 상실. 커모디티 공급자 고착, Binding이 있어도 마진 열위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44368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99232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풀커스텀 대응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커스텀 SSD·펌웨어 전면 개발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0" y="299923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23360" y="299923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299923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◑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299923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89520" y="299923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제품·펌웨어 파편화. 커스텀 소싱·컨트랙 체질 부재는 사내 1차 확인 (최장석: 보상 계약 없이 코스트를 다 먹었다)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0390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58768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FDP 표준 SSD만 공급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지원 SSD, 통합은 고객 몫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34640" y="385876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23360" y="385876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12080" y="385876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385876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89520" y="385876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흐름과 정합하나 FDP 지원 여러 공급사 중 하나. 시스템 SW 없이는 도입 장벽도 못 낮추고 차별화도 없어 가격 경쟁 회귀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681728"/>
            <a:ext cx="11274552" cy="822960"/>
          </a:xfrm>
          <a:prstGeom prst="rect">
            <a:avLst/>
          </a:prstGeom>
          <a:solidFill>
            <a:srgbClr val="F2F4F8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718304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FDP 표준 + 시스템 SW 플랫폼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SSD(공통 펌웨어) + Host SDK·Profiler·E2E 검증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471830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023360" y="471830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12080" y="471830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400800" y="471830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589520" y="47183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4개 기준 동시 충족. 공통 펌웨어로 파편화 방지, 고객 통제권을 표준으로 수용, SW·검증 계층에서 차별화, 표준 공동 주도자 지위 활용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전략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전략의 핵심은 시스템 소프트웨어다: 워크로드를 FDP 정책으로 변환하는 계층이 펌웨어 공통화와 고객별 최적화를 양립시키고 전환비용을 만든다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상: 6요소 구조 · 하: 실행전략 6종과 단계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Binding으로 수요를 확보하고, FDP로 제품을 표준화하며, 시스템 소프트웨어로 고객 워크로드를 연결한다. 물량 계약을 공동 플랫폼 계약으로 격상하는 것이 이창수 take-or-pay 체제의 다음 단계다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fdp-host-ssd-platform.md §4 · fdp-host-ssd-platform-strategy-2026-07-24 (실행전략 원문) · rs3-customer-switching-cost · embedded-software-monetization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627632"/>
            <a:ext cx="1700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 계약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물량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57984" y="1627632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59152" y="1627632"/>
            <a:ext cx="1700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SSD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인터페이스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59936" y="1627632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1104" y="1627632"/>
            <a:ext cx="1700784" cy="71323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SW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워크로드→정책 변환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61888" y="1627632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3056" y="1627632"/>
            <a:ext cx="1700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검증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 보장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1627632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65008" y="1627632"/>
            <a:ext cx="1700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공동개발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관계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65792" y="1627632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66960" y="1627632"/>
            <a:ext cx="17007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162763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텔레메트리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루프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414016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계층: FDP SSD가 제공하는 RU/RUH를 워크로드에 매핑하는 시스템 SW. 고객이 아직 풀지 못한 계층이며, 전환비용(RS-3)과 SW 수익화의 NAND/SSD 구체화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27980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Samsung FDP Enablement Platform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3035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SDK·공통 라이브러리(Linux·io_uring·SPDK), 워크로드 플러그인(RocksDB·CacheLib·Ceph·Vector DB·K8s), Workload Profiler(trace→추천 RUH·예상 WAF), Emulator/Digital Twin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621024"/>
            <a:ext cx="5486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7980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표준 워크로드 프로파일 7종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3035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Cache·KV·Database·Multi-tenant·Vector·Checkpoint·QLC. 새 펌웨어가 아니라 Host 설정 + 검증된 사용법: 펌웨어 공통화와 고객별 최적화 양립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621024"/>
            <a:ext cx="5486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941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End-to-End 공동검증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App→Host→SSD→NAND→텔레메트리. 시스템 성과 지표(WAF·p999/p9999·격리·전력·qualification 기간), 고객 trace의 pre/post-silicon 재사용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517136"/>
            <a:ext cx="5486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6941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고객 공동개발 조직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SW·Workload Integration·Solution Engineering·E2E Validation 4기능. 제품 기획·개발 참여 (Co-Design Pod·FDE의 NAND/SSD 구체화)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4517136"/>
            <a:ext cx="5486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902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Binding 계약에 기술협력 포함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물량·trace 제공·공동 로드맵 ↔ 공급능력·SDK·개선 목표. 물량 계약을 공동 플랫폼 계약으로 격상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45902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오픈소스·차별화 경계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72200" y="4828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공개(기본 라이브러리·연동·적합성) / 차별화(NAND·FTL 모델·정책 추천·예측 모델). lock-in 우려 없이 삼성 SSD 선택 시 더 높은 TCO 효과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544982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제품·기본 도구  ›  ② 전략 고객 2~3사 공동검증  ›  ③ 상용 플랫폼화(Binding에 SW 지원 포함)  ›  ④ Host Control 확장(QoS·전력·telemetry·multi-tenant)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실행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대상은 양자택일이 아니다: LLM 기업에서 스펙을 잡고, 스토리지 벤더에서 실증하고, 하이퍼스케일러에서 물량을 수확한다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사슬의 3개 층에 목적을 달리해 동시 진입. 좌: 유형별 비교 · 우: 시퀀싱과 실행전략 3종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87568"/>
            <a:ext cx="11274552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687568"/>
            <a:ext cx="64008" cy="4572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687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기업에서 잡은 스펙이 하이퍼스케일러 협상에서 고객의 고객이 요구하는 스펙이라는 지렛대가 된다. 협상력 비대칭을 우회하고 표준 이식이 커모디티화로 역전되지 않게 하는 차별화 장치다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fdp-host-ssd-platform.md §4.5~4.6 · lee-changsoo 인터뷰(고객 3분의 2가 AI 프론티어, 중복 수요) · mad-podcast-sachin-katti(오프테이커 구조) · storage-vendor-deal-structures-2026 · fdp-partner-landscape-2026-09 (Meta 전 SSD FDP 탑재, qualification 12~18개월) · micron-anthropic-sca-2026-06-22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벤더 (VAST·DDN)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기업 (Anthropic·OpenAI)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883664"/>
            <a:ext cx="7086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3852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물량·헤지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19385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본체. eSSD 수요 55%, SCA 성립 유일 규모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49040" y="19385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보조. 네오클라우드 제2 경로(CoreWeave $1.17B)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193852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구매 작음(오프테이커). 직접 건설 형태 등장 중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7086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7004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접점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28800" y="26700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잘 안 내줌, 공급부족 지렛대 필요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26700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중간. KV Cache SW 상용화(DDN ’26.06)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0" y="26700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소유자. KV 수명·재사용·무효화 정책은 추론 스택 설계자만 안다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364992"/>
            <a:ext cx="7086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015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0" y="34015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삼성이 을. 표준 이식 = 커모디티화 위험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34015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삼성이 갑. 작고 빠른 저비용 파일럿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0" y="34015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대등. Series F/H strategic infrastructure partner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096512"/>
            <a:ext cx="7086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3308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리스크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28800" y="41330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잠식(펌웨어·컨트롤러 내재화, Nitro 전례)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49040" y="41330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충돌 관리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0" y="41330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수요 이중 계상(CSP 경유)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828032"/>
            <a:ext cx="7086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4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28800" y="486460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느림. qualification 12~18개월, 지금 시작해야 ’27~28 물량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49040" y="486460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빠름. 6~12개월 실증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486460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중간. Micron↔Anthropic 선례 수개월 단위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72400" y="1572768"/>
            <a:ext cx="0" cy="40233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157276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 역할 분담 (시퀀싱)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55280" y="1865376"/>
            <a:ext cx="37764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975104"/>
            <a:ext cx="54864" cy="82296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01584" y="197510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LLM 기업 = 스펙 상류 장악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01584" y="2212848"/>
            <a:ext cx="3630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placement 정책(RUH 매핑·KV 수명 분리)을 워크로드 소유자와 공동 설계. Anthropic 우선: 자본 관계 기존재, Micron 선례가 SSD 공동 설계 명시, FDE 문법이 통함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955280" y="2907792"/>
            <a:ext cx="54864" cy="82296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1584" y="2907792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스토리지 벤더 = 실증·레퍼런스 공장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01584" y="3145536"/>
            <a:ext cx="3630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VAST(Dynamo 연동)·DDN(KV Cache SW)과 공동 레퍼런스 아키텍처, DWPD 갭 논지의 상용 무대. FDE 파견 훈련장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55280" y="3840480"/>
            <a:ext cx="54864" cy="82296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01584" y="384048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하이퍼스케일러 = 물량·SCA 종착지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01584" y="4078224"/>
            <a:ext cx="3630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우선(기존 FDP 협업), Meta는 전 구매 SSD에 FDP 탑재·기본 비활성이라 활성화 싸움. 펌웨어·텔레메트리 통제권은 내주지 않는 조건부 심화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55280" y="4828032"/>
            <a:ext cx="3776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3종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SCA(전략적 고객 계약)로 다가가고, FDP로 솔루션을 제공하고, FDE로 협업한다. 공급부족 국면의 협상력이 유지되는 지금이 워크로드 교환 협업의 적기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Host-SSD 통합 플랫폼 전략  ›  실행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360152" y="201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요청: FDE 트랙을 신설해 플랫폼을 고객 아키텍처 안으로 들고 들어가고, 성과는 FDP 실제 활성화 용량으로 잰다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좌: 인재 축(FDE) · 중: KPI · 우: 즉시 착수 항목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11274552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272784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dev-org-transformation.md §4.6~4.7 · palantir-fde-model-2026-07 (Palantir Delta, Anthropic·OpenAI 채택) · fdp-host-ssd-platform.md §4.5 실행전략 3·§5 KPI · 임금 환경: dev-org-transformation.md §4.6 (성과급·상한 관련 팩트체크 반영)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0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전환 전략 · 2026-09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인재 축: FDE (Forward Deployed Engineer)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75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975104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Palantir가 창안(사내 코드명 Delta), Anthropic·OpenAI가 엔터프라이즈 GTM으로 채택. 고객 인프라에 직접 코드를 쓰고 로드맵에 기여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871216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현지 채용 중심(고객 인접·영어). 오픈소스 스토리지 기여자·고객사/스토리지 스타트업 출신 우대. 메모리 업계 보상 상향으로 스타 영입이 가능해진 환경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767328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FW·시스템 SW 엔지니어의 미국 로테이션(6~12개월) + 현지 FDE 멘토 페어링, 명시 요구 vs 실제 요구 검증 훈련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6634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고객 1~2사 상주(Co-Design Pod, 홈조직 유지, dual-ladder). 평가는 청구 시간이 아닌 outcome. 커널·SPDK·CacheLib 업스트림 기여 병행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지원 출하가 아니라 실제 활성화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993392"/>
            <a:ext cx="3602736" cy="914400"/>
          </a:xfrm>
          <a:prstGeom prst="rect">
            <a:avLst/>
          </a:prstGeom>
          <a:solidFill>
            <a:srgbClr val="F2F4F8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029968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시스템에서 FDP가 실제 활성화된 SSD 용량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Meta는 구매 SSD 전량에 FDP가 탑재되어 있으나 기본 비활성: 지원 출하량만 세면 미사용 기능이 된다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191256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305409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적용 Binding 물량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3438144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593592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345643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펌웨어 브랜치 감소율 · qualification 기간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3840480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995928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385876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WAF/NAND write 감소율 · usable capacity 증가율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424281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4398264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426110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p999/p9999 개선율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97680" y="4645152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4800600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48" y="466344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Captive 계획에서 삼성 완제품으로 전환된 물량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5047488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5202936"/>
            <a:ext cx="91440" cy="9144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5065776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outcome: FDP 활성화 용량·정책 채택률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29016" y="15727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착수 (Ask)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29016" y="1865376"/>
            <a:ext cx="36027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9016" y="1993392"/>
            <a:ext cx="274320" cy="27432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29016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94776" y="197510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Enablement Platform 승인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94776" y="2249424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SDK·Profiler·Emulator를 제품 로드맵 항목으로 승인, 전략 고객 2~3사 공동검증 후보 확정 (실행전략 1~3)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29016" y="2889504"/>
            <a:ext cx="274320" cy="27432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29016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94776" y="28712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트랙 신설·파일럿 2사 상주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94776" y="314553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채용 + 본사 로테이션 착수. 파일럿은 VAST·DDN(빠른 실증)에서 시작해 하이퍼스케일러로 확장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129016" y="3785616"/>
            <a:ext cx="274320" cy="27432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29016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494776" y="376732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공동 설계 제안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94776" y="404164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Micron↔Anthropic 4요소(공동 최적화·다년 공급·운영 통합·자본 연계)를 벤치마크한 KV cache SSD 공동 설계 제안. 스펙 상류 확보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29016" y="4681728"/>
            <a:ext cx="274320" cy="274320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29016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494776" y="46634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FDP 접점 격상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494776" y="493776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FDP 협업을 Binding + 기술협력 패키지로 격상. qualification 12~18개월을 감안해 ’27~28 물량 연결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Host-SSD 통합 플랫폼 전략 (컨설팅 스타일)</dc:title>
  <dc:subject>PptxGenJS Presentation</dc:subject>
  <dc:creator>삼성전자 메모리사업부</dc:creator>
  <cp:lastModifiedBy>삼성전자 메모리사업부</cp:lastModifiedBy>
  <cp:revision>1</cp:revision>
  <dcterms:created xsi:type="dcterms:W3CDTF">2026-09-02T15:44:11Z</dcterms:created>
  <dcterms:modified xsi:type="dcterms:W3CDTF">2026-09-02T15:44:11Z</dcterms:modified>
</cp:coreProperties>
</file>