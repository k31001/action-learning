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(2026-06)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6184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 — 계약의 진화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76656" y="2048256"/>
            <a:ext cx="1051560" cy="749808"/>
          </a:xfrm>
          <a:prstGeom prst="roundRect">
            <a:avLst>
              <a:gd name="adj" fmla="val 8537"/>
            </a:avLst>
          </a:prstGeom>
          <a:solidFill>
            <a:srgbClr val="E7EC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Spot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현물 거래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28216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65960" y="2048256"/>
            <a:ext cx="1234440" cy="749808"/>
          </a:xfrm>
          <a:prstGeom prst="roundRect">
            <a:avLst>
              <a:gd name="adj" fmla="val 8537"/>
            </a:avLst>
          </a:prstGeom>
          <a:solidFill>
            <a:srgbClr val="CBD6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물량·가격 락인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00400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38144" y="2048256"/>
            <a:ext cx="2286000" cy="749808"/>
          </a:xfrm>
          <a:prstGeom prst="roundRect">
            <a:avLst>
              <a:gd name="adj" fmla="val 8537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공동설계·자본 연계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2944368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사는 것: 납품 → 공동 기술 드라이브 (16건 · $100B)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4496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17" name="Text 15"/>
          <p:cNvSpPr/>
          <p:nvPr/>
        </p:nvSpPr>
        <p:spPr>
          <a:xfrm>
            <a:off x="6437376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1618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 — As-Is → To-Be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73952" y="2029968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065008" y="2029968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57616" y="2029968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공동 정의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73952" y="2468880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65008" y="24688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57616" y="2468880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제안·기술 드라이브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73952" y="2907792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스펙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065008" y="29077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57616" y="2907792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 (서버→랙→DC)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529584"/>
            <a:ext cx="11274552" cy="1005840"/>
          </a:xfrm>
          <a:prstGeom prst="roundRect">
            <a:avLst>
              <a:gd name="adj" fmla="val 8182"/>
            </a:avLst>
          </a:prstGeom>
          <a:solidFill>
            <a:srgbClr val="F5F7F8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65760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60704" y="3630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 — 4대 축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411480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972" y="3749772"/>
            <a:ext cx="199705" cy="199705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57200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 · 시스템 모델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03504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212" y="3749772"/>
            <a:ext cx="199705" cy="199705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49224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649224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 문화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795528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7452" y="3749772"/>
            <a:ext cx="199705" cy="199705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841248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400" dirty="0"/>
          </a:p>
        </p:txBody>
      </p:sp>
      <p:sp>
        <p:nvSpPr>
          <p:cNvPr id="42" name="Text 37"/>
          <p:cNvSpPr/>
          <p:nvPr/>
        </p:nvSpPr>
        <p:spPr>
          <a:xfrm>
            <a:off x="841248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 · Co-Design Pod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987552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692" y="3749772"/>
            <a:ext cx="199705" cy="199705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1033272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400" dirty="0"/>
          </a:p>
        </p:txBody>
      </p:sp>
      <p:sp>
        <p:nvSpPr>
          <p:cNvPr id="46" name="Text 40"/>
          <p:cNvSpPr/>
          <p:nvPr/>
        </p:nvSpPr>
        <p:spPr>
          <a:xfrm>
            <a:off x="1033272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 · PoA · AI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457200" y="4645152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800600"/>
            <a:ext cx="365760" cy="365760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1133856" y="4645152"/>
            <a:ext cx="104150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FDE(Forward Deployed Engineer)를 스타 플레이어로, 고객사와 기술 생태계를 함께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 이름 뒤에 숨지 않고 자기 이름으로 불린다” — 송길영 『호명사회』 · ‘모난 놈이 정 맞는’ 문화 → 호명 문화로 · 관리 분리 + SV 영입</a:t>
            </a:r>
            <a:endParaRPr lang="en-US" sz="1400" dirty="0"/>
          </a:p>
        </p:txBody>
      </p:sp>
      <p:sp>
        <p:nvSpPr>
          <p:cNvPr id="50" name="Shape 43"/>
          <p:cNvSpPr/>
          <p:nvPr/>
        </p:nvSpPr>
        <p:spPr>
          <a:xfrm>
            <a:off x="457200" y="5449824"/>
            <a:ext cx="11274552" cy="914400"/>
          </a:xfrm>
          <a:prstGeom prst="roundRect">
            <a:avLst>
              <a:gd name="adj" fmla="val 9000"/>
            </a:avLst>
          </a:prstGeom>
          <a:solidFill>
            <a:srgbClr val="F5F7F8"/>
          </a:solidFill>
          <a:ln/>
        </p:spPr>
      </p:sp>
      <p:sp>
        <p:nvSpPr>
          <p:cNvPr id="51" name="Text 44"/>
          <p:cNvSpPr/>
          <p:nvPr/>
        </p:nvSpPr>
        <p:spPr>
          <a:xfrm>
            <a:off x="640080" y="5742432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52" name="Text 45"/>
          <p:cNvSpPr/>
          <p:nvPr/>
        </p:nvSpPr>
        <p:spPr>
          <a:xfrm>
            <a:off x="1060704" y="5715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 — 영입 가능한 임금</a:t>
            </a:r>
            <a:endParaRPr lang="en-US" sz="1700" dirty="0"/>
          </a:p>
        </p:txBody>
      </p:sp>
      <p:sp>
        <p:nvSpPr>
          <p:cNvPr id="53" name="Text 46"/>
          <p:cNvSpPr/>
          <p:nvPr/>
        </p:nvSpPr>
        <p:spPr>
          <a:xfrm>
            <a:off x="4114800" y="5605272"/>
            <a:ext cx="21031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54" name="Text 47"/>
          <p:cNvSpPr/>
          <p:nvPr/>
        </p:nvSpPr>
        <p:spPr>
          <a:xfrm>
            <a:off x="6217920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5" name="Text 48"/>
          <p:cNvSpPr/>
          <p:nvPr/>
        </p:nvSpPr>
        <p:spPr>
          <a:xfrm>
            <a:off x="6437376" y="5605272"/>
            <a:ext cx="265176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</a:t>
            </a:r>
            <a:endParaRPr lang="en-US" sz="1250" dirty="0"/>
          </a:p>
        </p:txBody>
      </p:sp>
      <p:sp>
        <p:nvSpPr>
          <p:cNvPr id="56" name="Text 49"/>
          <p:cNvSpPr/>
          <p:nvPr/>
        </p:nvSpPr>
        <p:spPr>
          <a:xfrm>
            <a:off x="9089136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7" name="Text 50"/>
          <p:cNvSpPr/>
          <p:nvPr/>
        </p:nvSpPr>
        <p:spPr>
          <a:xfrm>
            <a:off x="9308592" y="5605272"/>
            <a:ext cx="228600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2026-09-01T11:00:34Z</dcterms:created>
  <dcterms:modified xsi:type="dcterms:W3CDTF">2026-09-01T11:00:34Z</dcterms:modified>
</cp:coreProperties>
</file>