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1463040" y="5797296"/>
            <a:ext cx="9262872" cy="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1380744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2" name="Text 45"/>
          <p:cNvSpPr/>
          <p:nvPr/>
        </p:nvSpPr>
        <p:spPr>
          <a:xfrm>
            <a:off x="45720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· 증명</a:t>
            </a:r>
            <a:endParaRPr lang="en-US" sz="1450" dirty="0"/>
          </a:p>
        </p:txBody>
      </p:sp>
      <p:sp>
        <p:nvSpPr>
          <p:cNvPr id="53" name="Text 46"/>
          <p:cNvSpPr/>
          <p:nvPr/>
        </p:nvSpPr>
        <p:spPr>
          <a:xfrm>
            <a:off x="-137160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 1호 · 시스템 모델 v0.1</a:t>
            </a:r>
            <a:endParaRPr lang="en-US" sz="1100" dirty="0"/>
          </a:p>
        </p:txBody>
      </p:sp>
      <p:sp>
        <p:nvSpPr>
          <p:cNvPr id="54" name="Shape 47"/>
          <p:cNvSpPr/>
          <p:nvPr/>
        </p:nvSpPr>
        <p:spPr>
          <a:xfrm>
            <a:off x="6016752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5" name="Text 48"/>
          <p:cNvSpPr/>
          <p:nvPr/>
        </p:nvSpPr>
        <p:spPr>
          <a:xfrm>
            <a:off x="4681728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· 제도화</a:t>
            </a:r>
            <a:endParaRPr lang="en-US" sz="1450" dirty="0"/>
          </a:p>
        </p:txBody>
      </p:sp>
      <p:sp>
        <p:nvSpPr>
          <p:cNvPr id="56" name="Text 49"/>
          <p:cNvSpPr/>
          <p:nvPr/>
        </p:nvSpPr>
        <p:spPr>
          <a:xfrm>
            <a:off x="4498848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3~5개 · 전략적 고객 계약 1건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10643616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8" name="Text 51"/>
          <p:cNvSpPr/>
          <p:nvPr/>
        </p:nvSpPr>
        <p:spPr>
          <a:xfrm>
            <a:off x="9308592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· 표준화</a:t>
            </a:r>
            <a:endParaRPr lang="en-US" sz="1450" dirty="0"/>
          </a:p>
        </p:txBody>
      </p:sp>
      <p:sp>
        <p:nvSpPr>
          <p:cNvPr id="59" name="Text 52"/>
          <p:cNvSpPr/>
          <p:nvPr/>
        </p:nvSpPr>
        <p:spPr>
          <a:xfrm>
            <a:off x="9125712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플랫폼 · 커스텀 매출 30%+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2026-07-24T03:21:32Z</dcterms:created>
  <dcterms:modified xsi:type="dcterms:W3CDTF">2026-07-24T03:21:32Z</dcterms:modified>
</cp:coreProperties>
</file>