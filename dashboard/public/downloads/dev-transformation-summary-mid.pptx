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76656" y="2048256"/>
            <a:ext cx="105156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28216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65960" y="2048256"/>
            <a:ext cx="12344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38144" y="2048256"/>
            <a:ext cx="228600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(16건 · $100B)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FDE(Forward Deployed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 이름 뒤에 숨지 않고 자기 이름으로 불린다” — 송길영 『호명사회』 · ‘모난 놈이 정 맞는’ 문화 → 호명 문화로 · 관리 분리 + SV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457200" y="5449824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F5F7F8"/>
          </a:solidFill>
          <a:ln/>
        </p:spPr>
      </p:sp>
      <p:sp>
        <p:nvSpPr>
          <p:cNvPr id="51" name="Text 44"/>
          <p:cNvSpPr/>
          <p:nvPr/>
        </p:nvSpPr>
        <p:spPr>
          <a:xfrm>
            <a:off x="640080" y="5742432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52" name="Text 45"/>
          <p:cNvSpPr/>
          <p:nvPr/>
        </p:nvSpPr>
        <p:spPr>
          <a:xfrm>
            <a:off x="1060704" y="5715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 — 영입 가능한 임금</a:t>
            </a:r>
            <a:endParaRPr lang="en-US" sz="1700" dirty="0"/>
          </a:p>
        </p:txBody>
      </p:sp>
      <p:sp>
        <p:nvSpPr>
          <p:cNvPr id="53" name="Text 46"/>
          <p:cNvSpPr/>
          <p:nvPr/>
        </p:nvSpPr>
        <p:spPr>
          <a:xfrm>
            <a:off x="4114800" y="5605272"/>
            <a:ext cx="21031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54" name="Text 47"/>
          <p:cNvSpPr/>
          <p:nvPr/>
        </p:nvSpPr>
        <p:spPr>
          <a:xfrm>
            <a:off x="6217920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5" name="Text 48"/>
          <p:cNvSpPr/>
          <p:nvPr/>
        </p:nvSpPr>
        <p:spPr>
          <a:xfrm>
            <a:off x="6437376" y="5605272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</a:t>
            </a:r>
            <a:endParaRPr lang="en-US" sz="1250" dirty="0"/>
          </a:p>
        </p:txBody>
      </p:sp>
      <p:sp>
        <p:nvSpPr>
          <p:cNvPr id="56" name="Text 49"/>
          <p:cNvSpPr/>
          <p:nvPr/>
        </p:nvSpPr>
        <p:spPr>
          <a:xfrm>
            <a:off x="9089136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7" name="Text 50"/>
          <p:cNvSpPr/>
          <p:nvPr/>
        </p:nvSpPr>
        <p:spPr>
          <a:xfrm>
            <a:off x="9308592" y="5605272"/>
            <a:ext cx="228600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2026-09-02T11:57:34Z</dcterms:created>
  <dcterms:modified xsi:type="dcterms:W3CDTF">2026-09-02T11:57:34Z</dcterms:modified>
</cp:coreProperties>
</file>