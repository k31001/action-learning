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8686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01C"/>
                </a:solidFill>
                <a:latin typeface="맑은 고딕"/>
              </a:rPr>
              <a:t>Claude Code 커넥터 (Connectors via 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Model Context Protocol — 외부 도구·DB·API를 Claude의 도구로 노출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9164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5623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MCP 서버 ↔ Claude Code 어댑터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외부 시스템(GitHub · Slack · DB 등)이 MCP 서버를 노출하면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Claude Code가 그 도구·리소스·프롬프트를 세션에서 직접 호출.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"다른 도구에서 채팅창으로 데이터를 복사·붙여넣고 있다면 커넥트할 시점."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85623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01968" y="205740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디렉토리 커넥터 — claude.com/connectors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카테고리: Productivity · Communication · Data · Sales &amp; Marketing ·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Code · Design · Financial · Health &amp; Wellness 등.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대표: GitHub · Slack · Notion · Asana · Atlassian · Airtable ·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Stripe · Sentry · Linear · Figma · Google Drive.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6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5935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16052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879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커스텀 / 자체 MCP 서버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디렉토리 외 통합은 modelcontextprotocol/servers (오픈소스 모음)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또는 MCP SDK로 직접 구축. 로컬 도구·내부 시스템 연결에 활용.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9476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95935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1968" y="416052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1879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추가 명령 +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754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HTTP(권장): claude mcp add --transport http notion https://mcp.notion.com/mcp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SSE(deprecated) / stdio(로컬, --env KEY=VAL  --  명령).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관리: claude mcp list / get / remove · 세션 내 /mcp (OAuth · 상태).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스코프: local / project (.mcp.json 공유) / user.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897880"/>
            <a:ext cx="9144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943600"/>
            <a:ext cx="88971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6201C"/>
                </a:solidFill>
                <a:latin typeface="맑은 고딕"/>
              </a:rPr>
              <a:t>신뢰할 수 있는 MCP 서버만 연결할 것 — 외부 콘텐츠를 가져오는 서버는 prompt injection 위험에 특히 유의.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출처  ·  code.claude.com/docs/en/mcp   ·   claude.com/connectors   ·   modelcontextprotocol.io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17352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Claude Code 세미나 ·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