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73152" cy="86868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6201C"/>
                </a:solidFill>
                <a:latin typeface="맑은 고딕"/>
              </a:rPr>
              <a:t>Claude Code 기본 제공 스킬 (Built-in Skills)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3268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SKILL.md로 패키징된 작업 지침 — 동적 로드로 Claude의 능력을 확장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9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691640"/>
            <a:ext cx="5669280" cy="2240280"/>
          </a:xfrm>
          <a:prstGeom prst="roundRect">
            <a:avLst>
              <a:gd name="adj" fmla="val 8000"/>
            </a:avLst>
          </a:prstGeom>
          <a:solidFill>
            <a:srgbClr val="F4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56232"/>
            <a:ext cx="411480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057400"/>
            <a:ext cx="502920" cy="50292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574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08483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6201C"/>
                </a:solidFill>
                <a:latin typeface="맑은 고딕"/>
              </a:rPr>
              <a:t>SKILL.md 기반 동적 로드 지침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5176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디렉토리 + SKILL.md (YAML frontmatter + Markdown) 한 묶음.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description 매칭으로 Claude가 자동 호출 — 또는 /스킬-이름으로 명시 호출.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본문은 호출 시점에만 컨텍스트에 로드 → 평소 토큰 비용 거의 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91640"/>
            <a:ext cx="5669280" cy="2240280"/>
          </a:xfrm>
          <a:prstGeom prst="roundRect">
            <a:avLst>
              <a:gd name="adj" fmla="val 8000"/>
            </a:avLst>
          </a:prstGeom>
          <a:solidFill>
            <a:srgbClr val="F4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1856232"/>
            <a:ext cx="411480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01968" y="2057400"/>
            <a:ext cx="502920" cy="50292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20574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08483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6201C"/>
                </a:solidFill>
                <a:latin typeface="맑은 고딕"/>
              </a:rPr>
              <a:t>Anthropic 공식 번들 — docx · pdf · pptx · xlsx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65176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github.com/anthropics/skills 공식 레포 공개.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Claude.ai · Claude Code · Anthropic API 어디서든 동일 동작.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Claude의 문서 능력을 뒤에서 구동하는 동일 스킬셋.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설치: /plugin marketplace add anthropics/skills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14800"/>
            <a:ext cx="5669280" cy="2240280"/>
          </a:xfrm>
          <a:prstGeom prst="roundRect">
            <a:avLst>
              <a:gd name="adj" fmla="val 8000"/>
            </a:avLst>
          </a:prstGeom>
          <a:solidFill>
            <a:srgbClr val="F4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279392"/>
            <a:ext cx="411480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9808" y="4480560"/>
            <a:ext cx="502920" cy="50292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4805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50799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6201C"/>
                </a:solidFill>
                <a:latin typeface="맑은 고딕"/>
              </a:rPr>
              <a:t>Claude Code 내장 슬래시 스킬 6종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07492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/simplify  — 최근 변경 코드를 3개 리뷰 에이전트로 점검·수정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/batch     — 대규모 변경을 5~30단위 분해 후 worktree 병렬 실행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/debug     — 디버그 로그 분석 / /loop — 프롬프트 반복 실행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/claude-api — Anthropic SDK 코드 마이그레이션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/fewer-permission-prompts — 권한 프롬프트 줄이기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114800"/>
            <a:ext cx="5669280" cy="2240280"/>
          </a:xfrm>
          <a:prstGeom prst="roundRect">
            <a:avLst>
              <a:gd name="adj" fmla="val 8000"/>
            </a:avLst>
          </a:prstGeom>
          <a:solidFill>
            <a:srgbClr val="F4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46520" y="4279392"/>
            <a:ext cx="411480" cy="5486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01968" y="4480560"/>
            <a:ext cx="502920" cy="50292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44805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450799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6201C"/>
                </a:solidFill>
                <a:latin typeface="맑은 고딕"/>
              </a:rPr>
              <a:t>발견 + 호출 방식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07492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/skills 로 사용 가능한 전체 목록 확인.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자동 발동 = description 매칭 / 명시 = /이름 (인자 가능: /fix-issue 123).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disable-model-invocation: true 로 자동 발동 차단.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A423A"/>
                </a:solidFill>
                <a:latin typeface="맑은 고딕"/>
              </a:rPr>
              <a:t>저장 위치: enterprise / ~/.claude/skills/ (개인) / .claude/skills/ (프로젝트) / 플러그인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9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출처  ·  code.claude.com/docs/en/skills   ·   code.claude.com/docs/en/commands   ·   github.com/anthropics/skills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17352" y="647395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Claude Code 세미나 · 1/2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