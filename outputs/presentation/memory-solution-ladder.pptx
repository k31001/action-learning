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메모리 해법 사다리를 네 숫자로 설명하는 한 장입니다. 왼쪽 차트는 인과 순서입니다. ① 셀의 한계: 비트/셀을 늘릴수록 셀이 견디는 P/E 사이클이 SLC 30K~100K에서 QLC 100~1K로 100배 줄었습니다. ② 컨트롤러의 응답: 같은 기간 RBER은 SLC 10의 -9~-7승에서 QLC 10의 -3~-2승으로 약 백만 배 올랐지만, 고객의 UBER 요구(JESD218: 클라이언트 10의 -15승, 엔터프라이즈 10의 -16승)는 고정이었습니다. 그 폭을 컨트롤러가 ECC로 메웠습니다. 1비트/512B에서 BCH 60비트/KB, LDPC 120비트/KB로 약 60배입니다. 셀은 보존·사이클링·리드 디스터브로 시간에 따라 산포가 움직이는 것을 스스로 고치지 못하므로, 이것이 NAND에서 SSD로의 1단계 이관의 실체입니다. ③ 결과: ECC는 BER을 막지만 P/E를 늘리지는 못합니다. 정격 DWPD는 X25-E SLC 17(2008, 2PB 보증 환산), S3700 eMLC 10(2012), P4510 TLC 0.7(2018), P5316 QLC 0.41(2021, 22,930TBW 환산), 최신 QLC 0.075~0.6으로 내려왔는데, 추론 캐시 계층의 요구는 TLC 수준 1~3, ScaleFlux가 제시한 유효 요구는 7~10입니다. 10~40배 갭입니다. ④ 남은 지렛대: DWPD = P/E × (1+OP) ÷ (WAF × 365 × 년)에서 P/E는 셀, OP는 디바이스, 년과 요구 DWPD는 고객이 정합니다. P/E가 100배 줄었으니 남은 변수는 WAF뿐이고, WAF는 랜덤 쓰기 대표값 3, CacheLib FDP 없음 3.22에서 FDP 배치로 1.03이 됐습니다. 68% 감소, 유효 DWPD 3.1배입니다. WAF를 1로 내리는 것은 컨트롤러가 아니라 호스트가 데이터 수명을 알려 줄 때만 가능합니다. 오른쪽 위는 산식과 항별 소유자, 아래는 두 단계의 대칭입니다. 1단계는 요구 UBER 고정, RBER 악화, ECC로 메움. 2단계는 요구 DWPD 고정, P/E 악화, WAF로 메움. 같은 구조입니다. 결론: QLC의 호스트 협력은 선택이 아니라 산식의 결과입니다. RBER 대표값과 환산 DWPD의 등급은 보고서 부록 A F28~F35에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해법 사다리 · P/E · BER · DWPD · WAF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A1A1A"/>
                </a:solidFill>
                <a:latin typeface="Arial"/>
                <a:ea typeface="Arial"/>
              </a:rPr>
              <a:t>단품이 잃은 P/E 100배를 컨트롤러가 ECC로 버텼고, 남은 지렛대 WAF는 호스트 협력에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555555"/>
                </a:solidFill>
                <a:latin typeface="Arial"/>
                <a:ea typeface="Arial"/>
              </a:rPr>
              <a:t>셀이 못 지킨 BER을 SSD가 ECC로 지켰고, SSD가 못 지키는 DWPD를 이제 호스트 배치가 WAF로 지킬 차례입니다.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lution_metric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60320"/>
            <a:ext cx="10285615" cy="58521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318886" y="2560320"/>
            <a:ext cx="6246737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56630" y="2670048"/>
            <a:ext cx="577124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산식 — 누가 어느 항을 정하나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15591" y="3035808"/>
            <a:ext cx="932688" cy="420624"/>
          </a:xfrm>
          <a:prstGeom prst="rect">
            <a:avLst/>
          </a:prstGeom>
          <a:solidFill>
            <a:srgbClr val="F4F6FC"/>
          </a:solidFill>
          <a:ln w="12700">
            <a:solidFill>
              <a:srgbClr val="AA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15591" y="3035808"/>
            <a:ext cx="9326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DWPD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24151" y="3493008"/>
            <a:ext cx="11155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75" b="0">
                <a:solidFill>
                  <a:srgbClr val="8A8A8A"/>
                </a:solidFill>
                <a:latin typeface="Arial"/>
                <a:ea typeface="Arial"/>
              </a:rPr>
              <a:t>고객 요구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03143" y="3035808"/>
            <a:ext cx="237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=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695751" y="3035808"/>
            <a:ext cx="932688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95751" y="3035808"/>
            <a:ext cx="9326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P/E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04311" y="3493008"/>
            <a:ext cx="11155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75" b="0">
                <a:solidFill>
                  <a:srgbClr val="8A8A8A"/>
                </a:solidFill>
                <a:latin typeface="Arial"/>
                <a:ea typeface="Arial"/>
              </a:rPr>
              <a:t>셀 · 다이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83303" y="3035808"/>
            <a:ext cx="237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75911" y="3035808"/>
            <a:ext cx="932688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75911" y="3035808"/>
            <a:ext cx="9326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1 + 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84471" y="3493008"/>
            <a:ext cx="11155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75" b="0">
                <a:solidFill>
                  <a:srgbClr val="8A8A8A"/>
                </a:solidFill>
                <a:latin typeface="Arial"/>
                <a:ea typeface="Arial"/>
              </a:rPr>
              <a:t>디바이스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63463" y="3035808"/>
            <a:ext cx="237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256071" y="3035808"/>
            <a:ext cx="932688" cy="42062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256071" y="3035808"/>
            <a:ext cx="9326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</a:rPr>
              <a:t>WAF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64631" y="3493008"/>
            <a:ext cx="11155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75" b="1">
                <a:solidFill>
                  <a:srgbClr val="1428A0"/>
                </a:solidFill>
                <a:latin typeface="Arial"/>
                <a:ea typeface="Arial"/>
              </a:rPr>
              <a:t>호스트 · 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43623" y="3035808"/>
            <a:ext cx="237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536231" y="3035808"/>
            <a:ext cx="932688" cy="420624"/>
          </a:xfrm>
          <a:prstGeom prst="rect">
            <a:avLst/>
          </a:prstGeom>
          <a:solidFill>
            <a:srgbClr val="F4F6FC"/>
          </a:solidFill>
          <a:ln w="12700">
            <a:solidFill>
              <a:srgbClr val="AA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536231" y="3035808"/>
            <a:ext cx="9326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365 × 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44791" y="3493008"/>
            <a:ext cx="11155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75" b="0">
                <a:solidFill>
                  <a:srgbClr val="8A8A8A"/>
                </a:solidFill>
                <a:latin typeface="Arial"/>
                <a:ea typeface="Arial"/>
              </a:rPr>
              <a:t>고객 요구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56630" y="3749039"/>
            <a:ext cx="577124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55555"/>
                </a:solidFill>
                <a:latin typeface="Arial"/>
                <a:ea typeface="Arial"/>
              </a:rPr>
              <a:t>P/E가 100배 줄었으니 요구 DWPD를 지킬 변수는 </a:t>
            </a:r>
            <a:r>
              <a:rPr sz="1050" b="1">
                <a:solidFill>
                  <a:srgbClr val="1428A0"/>
                </a:solidFill>
                <a:latin typeface="Arial"/>
                <a:ea typeface="Arial"/>
              </a:rPr>
              <a:t>WAF</a:t>
            </a:r>
            <a:r>
              <a:rPr sz="1050" b="0">
                <a:solidFill>
                  <a:srgbClr val="555555"/>
                </a:solidFill>
                <a:latin typeface="Arial"/>
                <a:ea typeface="Arial"/>
              </a:rPr>
              <a:t>뿐이고, WAF는 호스트가 데이터 수명을 알려 줄 때만 1에 수렴합니다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318886" y="4297679"/>
            <a:ext cx="6246737" cy="4133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556630" y="4407407"/>
            <a:ext cx="577124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두 단계의 대칭 — 요구는 고정, 단품은 악화, 상위 계층이 메운다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56630" y="4809744"/>
            <a:ext cx="577124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1단계  NAND → SSD  (1991~)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556630" y="5102352"/>
            <a:ext cx="171648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648070" y="5175504"/>
            <a:ext cx="153360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8A8A8A"/>
                </a:solidFill>
                <a:latin typeface="Arial"/>
                <a:ea typeface="Arial"/>
              </a:rPr>
              <a:t>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48070" y="5413248"/>
            <a:ext cx="153360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A1A1A"/>
                </a:solidFill>
                <a:latin typeface="Arial"/>
                <a:ea typeface="Arial"/>
              </a:rPr>
              <a:t>RBER 백만 배 ↑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3318836" y="5367528"/>
            <a:ext cx="219456" cy="182880"/>
          </a:xfrm>
          <a:prstGeom prst="rightArrow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584012" y="5102352"/>
            <a:ext cx="1716485" cy="71323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675452" y="5175504"/>
            <a:ext cx="153360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FFFFFF"/>
                </a:solidFill>
                <a:latin typeface="Arial"/>
                <a:ea typeface="Arial"/>
              </a:rPr>
              <a:t>컨트롤러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675452" y="5413248"/>
            <a:ext cx="153360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</a:rPr>
              <a:t>ECC 60배 ↑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5346218" y="5367528"/>
            <a:ext cx="219456" cy="182880"/>
          </a:xfrm>
          <a:prstGeom prst="rightArrow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611394" y="5102352"/>
            <a:ext cx="1716485" cy="713232"/>
          </a:xfrm>
          <a:prstGeom prst="rect">
            <a:avLst/>
          </a:prstGeom>
          <a:solidFill>
            <a:srgbClr val="F4F6FC"/>
          </a:solidFill>
          <a:ln w="12700">
            <a:solidFill>
              <a:srgbClr val="AA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702834" y="5175504"/>
            <a:ext cx="153360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8A8A8A"/>
                </a:solidFill>
                <a:latin typeface="Arial"/>
                <a:ea typeface="Arial"/>
              </a:rPr>
              <a:t>고객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702834" y="5413248"/>
            <a:ext cx="153360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A1A1A"/>
                </a:solidFill>
                <a:latin typeface="Arial"/>
                <a:ea typeface="Arial"/>
              </a:rPr>
              <a:t>UBER 요구 유지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56630" y="6053328"/>
            <a:ext cx="577124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2단계  SSD → 호스트  (2022~)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556630" y="6345936"/>
            <a:ext cx="171648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648070" y="6419088"/>
            <a:ext cx="153360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8A8A8A"/>
                </a:solidFill>
                <a:latin typeface="Arial"/>
                <a:ea typeface="Arial"/>
              </a:rPr>
              <a:t>셀 · SSD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648070" y="6656832"/>
            <a:ext cx="153360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A1A1A"/>
                </a:solidFill>
                <a:latin typeface="Arial"/>
                <a:ea typeface="Arial"/>
              </a:rPr>
              <a:t>P/E 100배 ↓, DWPD 0.4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3318836" y="6611112"/>
            <a:ext cx="219456" cy="182880"/>
          </a:xfrm>
          <a:prstGeom prst="rightArrow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3584012" y="6345936"/>
            <a:ext cx="1716485" cy="71323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675452" y="6419088"/>
            <a:ext cx="153360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FFFFFF"/>
                </a:solidFill>
                <a:latin typeface="Arial"/>
                <a:ea typeface="Arial"/>
              </a:rPr>
              <a:t>호스트 · 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675452" y="6656832"/>
            <a:ext cx="153360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</a:rPr>
              <a:t>WAF 3.2 → 1.0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15346218" y="6611112"/>
            <a:ext cx="219456" cy="182880"/>
          </a:xfrm>
          <a:prstGeom prst="rightArrow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5611394" y="6345936"/>
            <a:ext cx="1716485" cy="713232"/>
          </a:xfrm>
          <a:prstGeom prst="rect">
            <a:avLst/>
          </a:prstGeom>
          <a:solidFill>
            <a:srgbClr val="F4F6FC"/>
          </a:solidFill>
          <a:ln w="12700">
            <a:solidFill>
              <a:srgbClr val="AA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702834" y="6419088"/>
            <a:ext cx="153360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8A8A8A"/>
                </a:solidFill>
                <a:latin typeface="Arial"/>
                <a:ea typeface="Arial"/>
              </a:rPr>
              <a:t>고객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702834" y="6656832"/>
            <a:ext cx="153360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A1A1A"/>
                </a:solidFill>
                <a:latin typeface="Arial"/>
                <a:ea typeface="Arial"/>
              </a:rPr>
              <a:t>DWPD 요구 유지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556630" y="7863840"/>
            <a:ext cx="577124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555555"/>
                </a:solidFill>
                <a:latin typeface="Arial"/>
                <a:ea typeface="Arial"/>
              </a:rPr>
              <a:t>같은 구조가 두 번 반복됐습니다. QLC의 호스트 협력은 선택이 아니라 산식의 결과이며, 2단계의 WAF 지렛대는 호스트·애플리케이션 계층에 있습니다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2376" y="8613648"/>
            <a:ext cx="16843248" cy="7315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33856" y="861364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</a:rPr>
              <a:t>결론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51176" y="8613648"/>
            <a:ext cx="146486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요구(UBER·DWPD)는 고정되고 단품 지표(RBER·P/E)는 악화되며, 그 폭은 상위 계층의 변수(ECC·WAF)가 메워 왔습니다.</a:t>
            </a:r>
          </a:p>
          <a:p>
            <a:pPr algn="l">
              <a:lnSpc>
                <a:spcPct val="108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QLC의 호스트 협력은 선택이 아니라 산식의 결과입니다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출처: JESD218(UBER·보존), ATP·Kioxia(DWPD 산식·WAF 3), Intel X25-E·S3700·P4510 및 Solidigm P5316 사양(정격 DWPD), Mielke·Cai(RBER), WD ECC/DSP 백서(LDPC 120bit/KB), CacheLib FDP(WAF) · RBER 대표값·환산 DWPD 등급은 보고서 부록 A F28~F35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01 / 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