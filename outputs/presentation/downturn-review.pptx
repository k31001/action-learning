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5건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5건: 공급발은 길었고, 수요발은 짧지만 갈수록 빠르고 깊어졌다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침투기(DT12·16)엔 완충, DT19부터 완전 동조: 전체 산업이 한 몸으로 떨어진다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버티기, 40nm 최초, 위기 후 투자 배증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04888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168896"/>
            <a:ext cx="161848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168896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168896"/>
            <a:ext cx="4005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168896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168896"/>
            <a:ext cx="354787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Line-16 12조, 20nm·모바일 전환 선행, HDD 매각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168896"/>
            <a:ext cx="36301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파산, 6강에서 3강으로, Micron 저점 인수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580375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644383"/>
            <a:ext cx="161848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DT16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'15-'16 · 6분기*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644383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644383"/>
            <a:ext cx="4005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PC 출하 감소·스마트폰 둔화, 20nm 공급 증가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644383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+2%*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-11 · N +14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644383"/>
            <a:ext cx="354787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증설 대신 3D NAND 전환, Micron Inotera $4.1B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644383"/>
            <a:ext cx="36301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파산 0, 2017 슈퍼사이클 직결, 중국 진입 결정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055863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119871"/>
            <a:ext cx="161848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119871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119871"/>
            <a:ext cx="4005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119871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119871"/>
            <a:ext cx="354787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무감산·CapEx 유지·완주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119871"/>
            <a:ext cx="36301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1Q20 DRAM 44.1%, HBM 축소 씨앗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531351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8595359"/>
            <a:ext cx="161848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05456" y="8595359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97096" y="8595359"/>
            <a:ext cx="400507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8595359"/>
            <a:ext cx="15270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94976" y="8595359"/>
            <a:ext cx="354787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무감산 선언 후 감산 선회(23-04), SK는 HBM 집중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44016" y="8595359"/>
            <a:ext cx="363016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DS 최대 적자 -14.9조, 사상 최속, HBM 주도권 SK로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" y="9107424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" y="9107424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07508" y="9107424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 (전체)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18320" y="9107424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629132" y="9107424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경쟁에 금융위기가 겹쳐 9분기, 업계의 이익이 소멸했다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공급발로 시작해 수요 충격으로 끝난 복합 다운턴. 버틴 1위와 소진된 5위가 갈렸다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함께 온다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2년의 저가가 엘피다를 소진시키고 3강 과점을 완성했다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수요의 축이 PC에서 모바일로 넘어가는 심판대를 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2년이 재무 체력을 소진시키는 침식형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전제가 된 과점 완성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엘피다를 ~$2.5B에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생사를 갈랐다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DT16 (2015-2016)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DT16: 3강 과점의 첫 시험은 얕게 끝났지만, 중국 진입이 이 창에서 결정됐다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침식형, 5건 중 최소 낙폭. 규율이 작동했고 유산은 시장 밖에서 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-11%*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(4Q15,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-9.1%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pic>
        <p:nvPicPr>
          <p:cNvPr id="20" name="Picture 19" descr="downturn_mini_d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PC DRAM 계약가 -34% (2016, YoY)
DRAM 공급 억제 = 2017 부족의 씨앗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PC 출하 감소 + 스마트폰 성장 둔화, 20nm 전환발 공급 증가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PC DRAM 계약가 2016년 -34%, 4GB 모듈 저점 $12.5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2H15 재고발 가격 인하 사이클, 저점은 1H16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NAND는 비동행: 3D 전환 제약으로 +14%*, 전체 메모리는 +2%* 유지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3강의 규율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대신 3D NAND 전환 투자로 이동: DRAM 공급 억제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파산·구제 없음: 가격 규율로 흡수한 첫 다운턴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Micron, Inotera 잔여 지분 $4.1B 저점 인수(2016-12)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시장 밖의 결정 (중국)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칭화유니, Micron $23B 인수 시도(2015-07) 미국 반대로 무산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중국, 자국 팹 건설로 선회: YMTC·CXMT 설립(2016)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오늘의 CXMT 저가 잠식 리스크가 여기서 출발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2016 H2 반등, 2017-18 슈퍼사이클(+77%, +38%)로 직결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규율의 성공 경험이 3강 절제 균형의 학습 사례로 축적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과점은 얕은 수요 조정을 흡수한다. 최대 유산은 진입자의 결정이었다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1위가 점유율로 보상받았다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규율은 유지됐고 회복은 재고 소진과 함께 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제재가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스스로 끝난다. 그러나 이 성공 공식이 2023 오판의 근거가 됐다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6개월이 사상 최속·최심을 만들고, 회복의 과실은 배분이 갈랐다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수요발이 침식형으로 시작해 급락형으로 끝났다. 원인 오판이 대응을 무효화한 사례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과점에서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주도권은 SK로: 2019년 축소 결정의 대가 지불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전체를 무효화한다. 총량 유지보다 배분이 승부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