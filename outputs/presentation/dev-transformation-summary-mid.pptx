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57984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14016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58768" y="2048256"/>
            <a:ext cx="274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048256"/>
            <a:ext cx="146304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· SCA 16건 · $100B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DE(Distinguished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 → 스타를 호명하고 드러내는 문화로 (호명사회) · 관리 보직 분리 + 실리콘밸리 현역 스타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1463040" y="5797296"/>
            <a:ext cx="9262872" cy="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1380744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2" name="Text 45"/>
          <p:cNvSpPr/>
          <p:nvPr/>
        </p:nvSpPr>
        <p:spPr>
          <a:xfrm>
            <a:off x="45720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450" dirty="0"/>
          </a:p>
        </p:txBody>
      </p:sp>
      <p:sp>
        <p:nvSpPr>
          <p:cNvPr id="53" name="Text 46"/>
          <p:cNvSpPr/>
          <p:nvPr/>
        </p:nvSpPr>
        <p:spPr>
          <a:xfrm>
            <a:off x="-137160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00" dirty="0"/>
          </a:p>
        </p:txBody>
      </p:sp>
      <p:sp>
        <p:nvSpPr>
          <p:cNvPr id="54" name="Shape 47"/>
          <p:cNvSpPr/>
          <p:nvPr/>
        </p:nvSpPr>
        <p:spPr>
          <a:xfrm>
            <a:off x="6016752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5" name="Text 48"/>
          <p:cNvSpPr/>
          <p:nvPr/>
        </p:nvSpPr>
        <p:spPr>
          <a:xfrm>
            <a:off x="4681728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450" dirty="0"/>
          </a:p>
        </p:txBody>
      </p:sp>
      <p:sp>
        <p:nvSpPr>
          <p:cNvPr id="56" name="Text 49"/>
          <p:cNvSpPr/>
          <p:nvPr/>
        </p:nvSpPr>
        <p:spPr>
          <a:xfrm>
            <a:off x="4498848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10643616" y="5715000"/>
            <a:ext cx="164592" cy="164592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58" name="Text 51"/>
          <p:cNvSpPr/>
          <p:nvPr/>
        </p:nvSpPr>
        <p:spPr>
          <a:xfrm>
            <a:off x="9308592" y="5449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450" dirty="0"/>
          </a:p>
        </p:txBody>
      </p:sp>
      <p:sp>
        <p:nvSpPr>
          <p:cNvPr id="59" name="Text 52"/>
          <p:cNvSpPr/>
          <p:nvPr/>
        </p:nvSpPr>
        <p:spPr>
          <a:xfrm>
            <a:off x="9125712" y="5943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2026-07-24T01:10:44Z</dcterms:created>
  <dcterms:modified xsi:type="dcterms:W3CDTF">2026-07-24T01:10:44Z</dcterms:modified>
</cp:coreProperties>
</file>