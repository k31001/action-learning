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6F4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30352"/>
          </a:xfrm>
          <a:prstGeom prst="roundRect">
            <a:avLst>
              <a:gd name="adj" fmla="val 15517"/>
            </a:avLst>
          </a:prstGeom>
          <a:solidFill>
            <a:srgbClr val="E8F6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477256" cy="2011680"/>
          </a:xfrm>
          <a:prstGeom prst="roundRect">
            <a:avLst>
              <a:gd name="adj" fmla="val 4091"/>
            </a:avLst>
          </a:prstGeom>
          <a:solidFill>
            <a:srgbClr val="EAF3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00784"/>
            <a:ext cx="329184" cy="329184"/>
          </a:xfrm>
          <a:prstGeom prst="ellipse">
            <a:avLst/>
          </a:prstGeom>
          <a:solidFill>
            <a:srgbClr val="0E6B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733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157984"/>
            <a:ext cx="1463040" cy="786384"/>
          </a:xfrm>
          <a:prstGeom prst="roundRect">
            <a:avLst>
              <a:gd name="adj" fmla="val 8140"/>
            </a:avLst>
          </a:prstGeom>
          <a:solidFill>
            <a:srgbClr val="C7D5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157984" y="2157984"/>
            <a:ext cx="274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14016" y="2157984"/>
            <a:ext cx="1463040" cy="786384"/>
          </a:xfrm>
          <a:prstGeom prst="roundRect">
            <a:avLst>
              <a:gd name="adj" fmla="val 8140"/>
            </a:avLst>
          </a:prstGeom>
          <a:solidFill>
            <a:srgbClr val="7FB3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58768" y="2157984"/>
            <a:ext cx="274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2157984"/>
            <a:ext cx="1463040" cy="786384"/>
          </a:xfrm>
          <a:prstGeom prst="roundRect">
            <a:avLst>
              <a:gd name="adj" fmla="val 8140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3232" y="3108960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정확한 납품 → 공동 기술 드라이브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4496" y="1554480"/>
            <a:ext cx="5477256" cy="2011680"/>
          </a:xfrm>
          <a:prstGeom prst="roundRect">
            <a:avLst>
              <a:gd name="adj" fmla="val 4091"/>
            </a:avLst>
          </a:prstGeom>
          <a:solidFill>
            <a:srgbClr val="E6F4F4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700784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73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139696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1396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139696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596896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5968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596896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3054096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3054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3054096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730752"/>
            <a:ext cx="11274552" cy="1133856"/>
          </a:xfrm>
          <a:prstGeom prst="roundRect">
            <a:avLst>
              <a:gd name="adj" fmla="val 7258"/>
            </a:avLst>
          </a:prstGeom>
          <a:solidFill>
            <a:srgbClr val="E8F6F0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877056"/>
            <a:ext cx="329184" cy="329184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8496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224528" y="3913632"/>
            <a:ext cx="420624" cy="420624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5478" y="4014582"/>
            <a:ext cx="218724" cy="21872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718304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4718304" y="4169664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108192" y="39136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142" y="4014582"/>
            <a:ext cx="218724" cy="218724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601968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50" dirty="0"/>
          </a:p>
        </p:txBody>
      </p:sp>
      <p:sp>
        <p:nvSpPr>
          <p:cNvPr id="38" name="Text 34"/>
          <p:cNvSpPr/>
          <p:nvPr/>
        </p:nvSpPr>
        <p:spPr>
          <a:xfrm>
            <a:off x="6601968" y="4169664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제안 KPI · 스타 호명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91856" y="3913632"/>
            <a:ext cx="420624" cy="420624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806" y="4014582"/>
            <a:ext cx="218724" cy="218724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85632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50" dirty="0"/>
          </a:p>
        </p:txBody>
      </p:sp>
      <p:sp>
        <p:nvSpPr>
          <p:cNvPr id="42" name="Text 37"/>
          <p:cNvSpPr/>
          <p:nvPr/>
        </p:nvSpPr>
        <p:spPr>
          <a:xfrm>
            <a:off x="8485632" y="4169664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· DE 트랙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913632"/>
            <a:ext cx="420624" cy="420624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6470" y="4014582"/>
            <a:ext cx="218724" cy="218724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69296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50" dirty="0"/>
          </a:p>
        </p:txBody>
      </p:sp>
      <p:sp>
        <p:nvSpPr>
          <p:cNvPr id="46" name="Text 40"/>
          <p:cNvSpPr/>
          <p:nvPr/>
        </p:nvSpPr>
        <p:spPr>
          <a:xfrm>
            <a:off x="10369296" y="4169664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 내재화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1463040" y="5431536"/>
            <a:ext cx="926287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1380744" y="534924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9" name="Text 43"/>
          <p:cNvSpPr/>
          <p:nvPr/>
        </p:nvSpPr>
        <p:spPr>
          <a:xfrm>
            <a:off x="45720" y="5047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· 증명</a:t>
            </a:r>
            <a:endParaRPr lang="en-US" sz="1500" dirty="0"/>
          </a:p>
        </p:txBody>
      </p:sp>
      <p:sp>
        <p:nvSpPr>
          <p:cNvPr id="50" name="Text 44"/>
          <p:cNvSpPr/>
          <p:nvPr/>
        </p:nvSpPr>
        <p:spPr>
          <a:xfrm>
            <a:off x="-137160" y="5596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1호 · 시스템 모델 v0.1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6016752" y="534924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2" name="Text 46"/>
          <p:cNvSpPr/>
          <p:nvPr/>
        </p:nvSpPr>
        <p:spPr>
          <a:xfrm>
            <a:off x="4681728" y="5047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· 제도화</a:t>
            </a:r>
            <a:endParaRPr lang="en-US" sz="1500" dirty="0"/>
          </a:p>
        </p:txBody>
      </p:sp>
      <p:sp>
        <p:nvSpPr>
          <p:cNvPr id="53" name="Text 47"/>
          <p:cNvSpPr/>
          <p:nvPr/>
        </p:nvSpPr>
        <p:spPr>
          <a:xfrm>
            <a:off x="4498848" y="5596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3~5개 · SCA형 계약 1건</a:t>
            </a:r>
            <a:endParaRPr lang="en-US" sz="1150" dirty="0"/>
          </a:p>
        </p:txBody>
      </p:sp>
      <p:sp>
        <p:nvSpPr>
          <p:cNvPr id="54" name="Shape 48"/>
          <p:cNvSpPr/>
          <p:nvPr/>
        </p:nvSpPr>
        <p:spPr>
          <a:xfrm>
            <a:off x="10643616" y="534924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5" name="Text 49"/>
          <p:cNvSpPr/>
          <p:nvPr/>
        </p:nvSpPr>
        <p:spPr>
          <a:xfrm>
            <a:off x="9308592" y="5047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· 표준화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9125712" y="5596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플랫폼 · 커스텀 매출 30%+</a:t>
            </a:r>
            <a:endParaRPr lang="en-US" sz="1150" dirty="0"/>
          </a:p>
        </p:txBody>
      </p:sp>
      <p:sp>
        <p:nvSpPr>
          <p:cNvPr id="57" name="Text 51"/>
          <p:cNvSpPr/>
          <p:nvPr/>
        </p:nvSpPr>
        <p:spPr>
          <a:xfrm>
            <a:off x="457200" y="605332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 16건 · 최소 계약매출 $100B · 예치금 $22B — Micron IR (2026-06)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2026-07-24T01:01:51Z</dcterms:created>
  <dcterms:modified xsi:type="dcterms:W3CDTF">2026-07-24T01:01:51Z</dcterms:modified>
</cp:coreProperties>
</file>