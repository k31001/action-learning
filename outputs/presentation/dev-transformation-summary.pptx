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55648" y="1298448"/>
            <a:ext cx="1024128" cy="1024128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3346704"/>
            <a:ext cx="1024128" cy="1024128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52928" y="3346704"/>
            <a:ext cx="1024128" cy="1024128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 flipH="1">
            <a:off x="1170432" y="2304288"/>
            <a:ext cx="402336" cy="100584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773936" y="3858768"/>
            <a:ext cx="987552" cy="914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 flipV="1">
            <a:off x="2907792" y="2286000"/>
            <a:ext cx="457200" cy="1024128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554480" y="2724912"/>
            <a:ext cx="1426464" cy="768096"/>
          </a:xfrm>
          <a:prstGeom prst="roundRect">
            <a:avLst>
              <a:gd name="adj" fmla="val 952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754880"/>
            <a:ext cx="3785616" cy="1371600"/>
          </a:xfrm>
          <a:prstGeom prst="roundRect">
            <a:avLst>
              <a:gd name="adj" fmla="val 5333"/>
            </a:avLst>
          </a:prstGeom>
          <a:solidFill>
            <a:srgbClr val="F5F7F8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유입 → 최적화 심화 → 전환비용 증가. 계약이 끝나도 갈아타기 어려운 관계가 다운턴의 방어벽이 된다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434840" y="1207008"/>
            <a:ext cx="7296912" cy="1645920"/>
          </a:xfrm>
          <a:prstGeom prst="roundRect">
            <a:avLst>
              <a:gd name="adj" fmla="val 5000"/>
            </a:avLst>
          </a:prstGeom>
          <a:solidFill>
            <a:srgbClr val="F5F7F8"/>
          </a:solidFill>
          <a:ln/>
        </p:spPr>
      </p:sp>
      <p:sp>
        <p:nvSpPr>
          <p:cNvPr id="16" name="Text 14"/>
          <p:cNvSpPr/>
          <p:nvPr/>
        </p:nvSpPr>
        <p:spPr>
          <a:xfrm>
            <a:off x="4599432" y="135331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0056" y="132588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2228" y="1418052"/>
            <a:ext cx="199705" cy="19970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532120" y="133502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협상력의 창이 열려 있을 때 워크로드 교환을 제안한다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45152" y="1755648"/>
            <a:ext cx="6903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+ 스토리지 박스 업체(Pure Storage·VAST Data·DDN)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딜 구조: 고객 워크로드 공유 ↔ 그 워크로드에 최적화한 FDP SSD 공급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효익: 성능·수명 개선과 TCO 절감으로 거절하기 어려운 제안 (공급부족 국면 한정의 창)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434840" y="2980944"/>
            <a:ext cx="7296912" cy="1645920"/>
          </a:xfrm>
          <a:prstGeom prst="roundRect">
            <a:avLst>
              <a:gd name="adj" fmla="val 5000"/>
            </a:avLst>
          </a:prstGeom>
          <a:solidFill>
            <a:srgbClr val="F5F7F8"/>
          </a:solidFill>
          <a:ln/>
        </p:spPr>
      </p:sp>
      <p:sp>
        <p:nvSpPr>
          <p:cNvPr id="22" name="Text 19"/>
          <p:cNvSpPr/>
          <p:nvPr/>
        </p:nvSpPr>
        <p:spPr>
          <a:xfrm>
            <a:off x="4599432" y="3127248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020056" y="3099816"/>
            <a:ext cx="384048" cy="384048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228" y="3191988"/>
            <a:ext cx="199705" cy="199705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532120" y="3108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호스트를 이해하는 최적화 개발 역량을 채용·양성으로 확보한다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4645152" y="3529584"/>
            <a:ext cx="6903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5종: ① 커널 블록계층·io_uring·NVMe ② SPDK 유저스페이스 ③ DB·캐시 내부(RocksDB·CacheLib·Ceph) ④ 성능·워크로드 분석(fio·eBPF·WAF) ⑤ FTL·미디어 모델(사내 강점 브리지)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확보: 오픈소스 커미터·하이퍼스케일러 스토리지팀 출신 채용 + 사내 FW 인력의 호스트 SW 전환 트랙(오픈소스 기여를 평가에 반영)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434840" y="4754880"/>
            <a:ext cx="7296912" cy="1645920"/>
          </a:xfrm>
          <a:prstGeom prst="roundRect">
            <a:avLst>
              <a:gd name="adj" fmla="val 5000"/>
            </a:avLst>
          </a:prstGeom>
          <a:solidFill>
            <a:srgbClr val="F5F7F8"/>
          </a:solidFill>
          <a:ln/>
        </p:spPr>
      </p:sp>
      <p:sp>
        <p:nvSpPr>
          <p:cNvPr id="28" name="Text 24"/>
          <p:cNvSpPr/>
          <p:nvPr/>
        </p:nvSpPr>
        <p:spPr>
          <a:xfrm>
            <a:off x="4599432" y="4901184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5020056" y="4873752"/>
            <a:ext cx="384048" cy="384048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228" y="4965924"/>
            <a:ext cx="199705" cy="19970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532120" y="48828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고객 옆에 두고 FDP 생태계에 함께 기여한다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4645152" y="5303520"/>
            <a:ext cx="6903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채용: 실리콘밸리 현지 중심, 오픈소스 스토리지 기여자 우대, 영어 커뮤니케이션 필수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양성: 본사 엔지니어 미국 로테이션(6~12개월) + 현지 FDE 멘토 페어링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파일럿 1~2사 상주(Pod 소속·dual-ladder), outcome 평가(FDP 활성화 용량), 커널·SPDK·CacheLib 업스트림 기여로 호명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2026-08-25T02:25:10Z</dcterms:created>
  <dcterms:modified xsi:type="dcterms:W3CDTF">2026-08-25T02:25:10Z</dcterms:modified>
</cp:coreProperties>
</file>