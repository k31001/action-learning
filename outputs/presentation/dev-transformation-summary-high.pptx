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695944" y="4206240"/>
            <a:ext cx="24688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863193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5" name="Text 57"/>
          <p:cNvSpPr/>
          <p:nvPr/>
        </p:nvSpPr>
        <p:spPr>
          <a:xfrm>
            <a:off x="814730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150" dirty="0"/>
          </a:p>
        </p:txBody>
      </p:sp>
      <p:sp>
        <p:nvSpPr>
          <p:cNvPr id="66" name="Shape 58"/>
          <p:cNvSpPr/>
          <p:nvPr/>
        </p:nvSpPr>
        <p:spPr>
          <a:xfrm>
            <a:off x="986637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7" name="Text 59"/>
          <p:cNvSpPr/>
          <p:nvPr/>
        </p:nvSpPr>
        <p:spPr>
          <a:xfrm>
            <a:off x="938174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150" dirty="0"/>
          </a:p>
        </p:txBody>
      </p:sp>
      <p:sp>
        <p:nvSpPr>
          <p:cNvPr id="68" name="Shape 60"/>
          <p:cNvSpPr/>
          <p:nvPr/>
        </p:nvSpPr>
        <p:spPr>
          <a:xfrm>
            <a:off x="1110081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9" name="Text 61"/>
          <p:cNvSpPr/>
          <p:nvPr/>
        </p:nvSpPr>
        <p:spPr>
          <a:xfrm>
            <a:off x="1061618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150" dirty="0"/>
          </a:p>
        </p:txBody>
      </p:sp>
      <p:sp>
        <p:nvSpPr>
          <p:cNvPr id="70" name="Shape 62"/>
          <p:cNvSpPr/>
          <p:nvPr/>
        </p:nvSpPr>
        <p:spPr>
          <a:xfrm>
            <a:off x="8311896" y="4864608"/>
            <a:ext cx="3236976" cy="512064"/>
          </a:xfrm>
          <a:prstGeom prst="roundRect">
            <a:avLst>
              <a:gd name="adj" fmla="val 1428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937760"/>
            <a:ext cx="365760" cy="365760"/>
          </a:xfrm>
          <a:prstGeom prst="rect">
            <a:avLst/>
          </a:prstGeom>
        </p:spPr>
      </p:pic>
      <p:sp>
        <p:nvSpPr>
          <p:cNvPr id="72" name="Text 63"/>
          <p:cNvSpPr/>
          <p:nvPr/>
        </p:nvSpPr>
        <p:spPr>
          <a:xfrm>
            <a:off x="8988552" y="486460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00" dirty="0"/>
          </a:p>
        </p:txBody>
      </p:sp>
      <p:sp>
        <p:nvSpPr>
          <p:cNvPr id="73" name="Text 64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4" name="Text 65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5" name="Text 66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6" name="Text 67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7" name="Text 68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8" name="Text 69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9" name="Text 70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80" name="Text 71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81" name="Text 72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82" name="Text 73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2026-07-24T03:21:32Z</dcterms:created>
  <dcterms:modified xsi:type="dcterms:W3CDTF">2026-07-24T03:21:32Z</dcterms:modified>
</cp:coreProperties>
</file>