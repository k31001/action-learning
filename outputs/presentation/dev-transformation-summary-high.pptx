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AF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EAF3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71600"/>
            <a:ext cx="329184" cy="329184"/>
          </a:xfrm>
          <a:prstGeom prst="ellipse">
            <a:avLst/>
          </a:prstGeom>
          <a:solidFill>
            <a:srgbClr val="0E6B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4297680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E6F4F4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371600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01184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129016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E8F6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11896" y="1371600"/>
            <a:ext cx="329184" cy="329184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32520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0E6B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0E6BA8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0E6B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0E6BA8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 SCA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0E6BA8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 정확성만으론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 테이블에 못 앉는다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517136" y="1883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181344" y="18836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517136" y="2157984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5888736" y="2157984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181344" y="2157984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17136" y="276148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5888736" y="276148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181344" y="276148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17136" y="336499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5888736" y="336499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6181344" y="336499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4517136" y="396849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5888736" y="396849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6181344" y="396849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5" name="Text 41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8842248" y="1956816"/>
            <a:ext cx="475488" cy="475488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365" y="2070933"/>
            <a:ext cx="247254" cy="247254"/>
          </a:xfrm>
          <a:prstGeom prst="rect">
            <a:avLst/>
          </a:prstGeom>
        </p:spPr>
      </p:pic>
      <p:sp>
        <p:nvSpPr>
          <p:cNvPr id="48" name="Text 43"/>
          <p:cNvSpPr/>
          <p:nvPr/>
        </p:nvSpPr>
        <p:spPr>
          <a:xfrm>
            <a:off x="8330184" y="2468880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600" dirty="0"/>
          </a:p>
        </p:txBody>
      </p:sp>
      <p:sp>
        <p:nvSpPr>
          <p:cNvPr id="49" name="Text 44"/>
          <p:cNvSpPr/>
          <p:nvPr/>
        </p:nvSpPr>
        <p:spPr>
          <a:xfrm>
            <a:off x="8275320" y="276148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100" dirty="0"/>
          </a:p>
        </p:txBody>
      </p:sp>
      <p:sp>
        <p:nvSpPr>
          <p:cNvPr id="50" name="Shape 45"/>
          <p:cNvSpPr/>
          <p:nvPr/>
        </p:nvSpPr>
        <p:spPr>
          <a:xfrm>
            <a:off x="10506456" y="195681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0573" y="2070933"/>
            <a:ext cx="247254" cy="247254"/>
          </a:xfrm>
          <a:prstGeom prst="rect">
            <a:avLst/>
          </a:prstGeom>
        </p:spPr>
      </p:pic>
      <p:sp>
        <p:nvSpPr>
          <p:cNvPr id="52" name="Text 46"/>
          <p:cNvSpPr/>
          <p:nvPr/>
        </p:nvSpPr>
        <p:spPr>
          <a:xfrm>
            <a:off x="9994392" y="2468880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600" dirty="0"/>
          </a:p>
        </p:txBody>
      </p:sp>
      <p:sp>
        <p:nvSpPr>
          <p:cNvPr id="53" name="Text 47"/>
          <p:cNvSpPr/>
          <p:nvPr/>
        </p:nvSpPr>
        <p:spPr>
          <a:xfrm>
            <a:off x="9939528" y="276148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제안·호명</a:t>
            </a:r>
            <a:endParaRPr lang="en-US" sz="1100" dirty="0"/>
          </a:p>
        </p:txBody>
      </p:sp>
      <p:sp>
        <p:nvSpPr>
          <p:cNvPr id="54" name="Shape 48"/>
          <p:cNvSpPr/>
          <p:nvPr/>
        </p:nvSpPr>
        <p:spPr>
          <a:xfrm>
            <a:off x="8842248" y="3200400"/>
            <a:ext cx="475488" cy="475488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6365" y="3314517"/>
            <a:ext cx="247254" cy="247254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330184" y="3712464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600" dirty="0"/>
          </a:p>
        </p:txBody>
      </p:sp>
      <p:sp>
        <p:nvSpPr>
          <p:cNvPr id="57" name="Text 50"/>
          <p:cNvSpPr/>
          <p:nvPr/>
        </p:nvSpPr>
        <p:spPr>
          <a:xfrm>
            <a:off x="8275320" y="4005072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Pod·DE 트랙</a:t>
            </a:r>
            <a:endParaRPr lang="en-US" sz="1100" dirty="0"/>
          </a:p>
        </p:txBody>
      </p:sp>
      <p:sp>
        <p:nvSpPr>
          <p:cNvPr id="58" name="Shape 51"/>
          <p:cNvSpPr/>
          <p:nvPr/>
        </p:nvSpPr>
        <p:spPr>
          <a:xfrm>
            <a:off x="10506456" y="3200400"/>
            <a:ext cx="475488" cy="475488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20573" y="3314517"/>
            <a:ext cx="247254" cy="247254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9994392" y="3712464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600" dirty="0"/>
          </a:p>
        </p:txBody>
      </p:sp>
      <p:sp>
        <p:nvSpPr>
          <p:cNvPr id="61" name="Text 53"/>
          <p:cNvSpPr/>
          <p:nvPr/>
        </p:nvSpPr>
        <p:spPr>
          <a:xfrm>
            <a:off x="9939528" y="4005072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100" dirty="0"/>
          </a:p>
        </p:txBody>
      </p:sp>
      <p:sp>
        <p:nvSpPr>
          <p:cNvPr id="62" name="Shape 54"/>
          <p:cNvSpPr/>
          <p:nvPr/>
        </p:nvSpPr>
        <p:spPr>
          <a:xfrm>
            <a:off x="8695944" y="4828032"/>
            <a:ext cx="2468880" cy="0"/>
          </a:xfrm>
          <a:prstGeom prst="line">
            <a:avLst/>
          </a:prstGeom>
          <a:noFill/>
          <a:ln w="19050">
            <a:solidFill>
              <a:srgbClr val="02A878"/>
            </a:solidFill>
            <a:prstDash val="solid"/>
          </a:ln>
        </p:spPr>
      </p:sp>
      <p:sp>
        <p:nvSpPr>
          <p:cNvPr id="63" name="Shape 55"/>
          <p:cNvSpPr/>
          <p:nvPr/>
        </p:nvSpPr>
        <p:spPr>
          <a:xfrm>
            <a:off x="8631936" y="4764024"/>
            <a:ext cx="128016" cy="128016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64" name="Text 56"/>
          <p:cNvSpPr/>
          <p:nvPr/>
        </p:nvSpPr>
        <p:spPr>
          <a:xfrm>
            <a:off x="8147304" y="495604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</a:t>
            </a:r>
            <a:endParaRPr lang="en-US" sz="1200" dirty="0"/>
          </a:p>
        </p:txBody>
      </p:sp>
      <p:sp>
        <p:nvSpPr>
          <p:cNvPr id="65" name="Shape 57"/>
          <p:cNvSpPr/>
          <p:nvPr/>
        </p:nvSpPr>
        <p:spPr>
          <a:xfrm>
            <a:off x="9866376" y="4764024"/>
            <a:ext cx="128016" cy="128016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66" name="Text 58"/>
          <p:cNvSpPr/>
          <p:nvPr/>
        </p:nvSpPr>
        <p:spPr>
          <a:xfrm>
            <a:off x="9381744" y="495604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제도화</a:t>
            </a:r>
            <a:endParaRPr lang="en-US" sz="1200" dirty="0"/>
          </a:p>
        </p:txBody>
      </p:sp>
      <p:sp>
        <p:nvSpPr>
          <p:cNvPr id="67" name="Shape 59"/>
          <p:cNvSpPr/>
          <p:nvPr/>
        </p:nvSpPr>
        <p:spPr>
          <a:xfrm>
            <a:off x="11100816" y="4764024"/>
            <a:ext cx="128016" cy="128016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68" name="Text 60"/>
          <p:cNvSpPr/>
          <p:nvPr/>
        </p:nvSpPr>
        <p:spPr>
          <a:xfrm>
            <a:off x="10616184" y="495604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200" dirty="0"/>
          </a:p>
        </p:txBody>
      </p:sp>
      <p:sp>
        <p:nvSpPr>
          <p:cNvPr id="69" name="Text 61"/>
          <p:cNvSpPr/>
          <p:nvPr/>
        </p:nvSpPr>
        <p:spPr>
          <a:xfrm>
            <a:off x="457200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40건/년</a:t>
            </a:r>
            <a:endParaRPr lang="en-US" sz="2400" dirty="0"/>
          </a:p>
        </p:txBody>
      </p:sp>
      <p:sp>
        <p:nvSpPr>
          <p:cNvPr id="70" name="Text 62"/>
          <p:cNvSpPr/>
          <p:nvPr/>
        </p:nvSpPr>
        <p:spPr>
          <a:xfrm>
            <a:off x="457200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 (현재 ~0)</a:t>
            </a:r>
            <a:endParaRPr lang="en-US" sz="1200" dirty="0"/>
          </a:p>
        </p:txBody>
      </p:sp>
      <p:sp>
        <p:nvSpPr>
          <p:cNvPr id="71" name="Text 63"/>
          <p:cNvSpPr/>
          <p:nvPr/>
        </p:nvSpPr>
        <p:spPr>
          <a:xfrm>
            <a:off x="2715768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en-US" sz="2400" dirty="0"/>
          </a:p>
        </p:txBody>
      </p:sp>
      <p:sp>
        <p:nvSpPr>
          <p:cNvPr id="72" name="Text 64"/>
          <p:cNvSpPr/>
          <p:nvPr/>
        </p:nvSpPr>
        <p:spPr>
          <a:xfrm>
            <a:off x="2715768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채택률</a:t>
            </a:r>
            <a:endParaRPr lang="en-US" sz="1200" dirty="0"/>
          </a:p>
        </p:txBody>
      </p:sp>
      <p:sp>
        <p:nvSpPr>
          <p:cNvPr id="73" name="Text 65"/>
          <p:cNvSpPr/>
          <p:nvPr/>
        </p:nvSpPr>
        <p:spPr>
          <a:xfrm>
            <a:off x="4974336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2400" dirty="0"/>
          </a:p>
        </p:txBody>
      </p:sp>
      <p:sp>
        <p:nvSpPr>
          <p:cNvPr id="74" name="Text 66"/>
          <p:cNvSpPr/>
          <p:nvPr/>
        </p:nvSpPr>
        <p:spPr>
          <a:xfrm>
            <a:off x="4974336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매출 비중</a:t>
            </a:r>
            <a:endParaRPr lang="en-US" sz="1200" dirty="0"/>
          </a:p>
        </p:txBody>
      </p:sp>
      <p:sp>
        <p:nvSpPr>
          <p:cNvPr id="75" name="Text 67"/>
          <p:cNvSpPr/>
          <p:nvPr/>
        </p:nvSpPr>
        <p:spPr>
          <a:xfrm>
            <a:off x="7232904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2400" dirty="0"/>
          </a:p>
        </p:txBody>
      </p:sp>
      <p:sp>
        <p:nvSpPr>
          <p:cNvPr id="76" name="Text 68"/>
          <p:cNvSpPr/>
          <p:nvPr/>
        </p:nvSpPr>
        <p:spPr>
          <a:xfrm>
            <a:off x="7232904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교류 시간</a:t>
            </a:r>
            <a:endParaRPr lang="en-US" sz="1200" dirty="0"/>
          </a:p>
        </p:txBody>
      </p:sp>
      <p:sp>
        <p:nvSpPr>
          <p:cNvPr id="77" name="Text 69"/>
          <p:cNvSpPr/>
          <p:nvPr/>
        </p:nvSpPr>
        <p:spPr>
          <a:xfrm>
            <a:off x="9491472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5명+</a:t>
            </a:r>
            <a:endParaRPr lang="en-US" sz="2400" dirty="0"/>
          </a:p>
        </p:txBody>
      </p:sp>
      <p:sp>
        <p:nvSpPr>
          <p:cNvPr id="78" name="Text 70"/>
          <p:cNvSpPr/>
          <p:nvPr/>
        </p:nvSpPr>
        <p:spPr>
          <a:xfrm>
            <a:off x="9491472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스타 영입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2026-07-24T01:01:51Z</dcterms:created>
  <dcterms:modified xsi:type="dcterms:W3CDTF">2026-07-24T01:01:51Z</dcterms:modified>
</cp:coreProperties>
</file>