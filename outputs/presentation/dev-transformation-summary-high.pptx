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 </a:t>
            </a:r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 — 신문섭 파트너 (2026-06)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602736" cy="429768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0704" y="13441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297680" y="1207008"/>
            <a:ext cx="3602736" cy="429768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37160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3441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되나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129016" y="1207008"/>
            <a:ext cx="3602736" cy="429768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8311896" y="137160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3441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하나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41248" y="2084832"/>
            <a:ext cx="0" cy="2148840"/>
          </a:xfrm>
          <a:prstGeom prst="line">
            <a:avLst/>
          </a:prstGeom>
          <a:noFill/>
          <a:ln w="19050">
            <a:solidFill>
              <a:srgbClr val="C4CF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066544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975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’25.06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55648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커스텀 HBM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인증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" y="2926080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’25.10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55648" y="282549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Stargate LOI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90만 장 (DRAM ~40%)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8096" y="3785616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6941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’26.06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55648" y="36850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Micron–Anthropic SCA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16건 · $100B · $22B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590288"/>
            <a:ext cx="323697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791456"/>
            <a:ext cx="310896" cy="31089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07008" y="462686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납품 정확성만으론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 테이블에 못 앉는다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17136" y="18836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181344" y="18836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17136" y="2157984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5888736" y="2157984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81344" y="2157984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공동 정의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4517136" y="276148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RFQ 응답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5888736" y="276148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181344" y="2761488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제안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4517136" y="3364992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단품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5888736" y="336499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3364992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모델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4517136" y="3968496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QCD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5888736" y="3968496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181344" y="3968496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공동설계 KPI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517136" y="4700016"/>
            <a:ext cx="316382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828032"/>
            <a:ext cx="274320" cy="27432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029200" y="47000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롤모델 Palantir FDE — 고객사 상주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8897112" y="1847088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673" y="1943649"/>
            <a:ext cx="209215" cy="209215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330184" y="2267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500" dirty="0"/>
          </a:p>
        </p:txBody>
      </p:sp>
      <p:sp>
        <p:nvSpPr>
          <p:cNvPr id="49" name="Text 44"/>
          <p:cNvSpPr/>
          <p:nvPr/>
        </p:nvSpPr>
        <p:spPr>
          <a:xfrm>
            <a:off x="8275320" y="25420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랩·모델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10561320" y="1847088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7881" y="1943649"/>
            <a:ext cx="209215" cy="209215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9994392" y="2267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1500" dirty="0"/>
          </a:p>
        </p:txBody>
      </p:sp>
      <p:sp>
        <p:nvSpPr>
          <p:cNvPr id="53" name="Text 47"/>
          <p:cNvSpPr/>
          <p:nvPr/>
        </p:nvSpPr>
        <p:spPr>
          <a:xfrm>
            <a:off x="9939528" y="25420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모난 놈 → 호명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8897112" y="2907792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3673" y="3004353"/>
            <a:ext cx="209215" cy="209215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330184" y="332841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500" dirty="0"/>
          </a:p>
        </p:txBody>
      </p:sp>
      <p:sp>
        <p:nvSpPr>
          <p:cNvPr id="57" name="Text 50"/>
          <p:cNvSpPr/>
          <p:nvPr/>
        </p:nvSpPr>
        <p:spPr>
          <a:xfrm>
            <a:off x="8275320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스타·Pod 상주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10561320" y="2907792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881" y="3004353"/>
            <a:ext cx="209215" cy="209215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9994392" y="332841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500" dirty="0"/>
          </a:p>
        </p:txBody>
      </p:sp>
      <p:sp>
        <p:nvSpPr>
          <p:cNvPr id="61" name="Text 53"/>
          <p:cNvSpPr/>
          <p:nvPr/>
        </p:nvSpPr>
        <p:spPr>
          <a:xfrm>
            <a:off x="9939528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리뷰·PoA</a:t>
            </a:r>
            <a:endParaRPr lang="en-US" sz="1050" dirty="0"/>
          </a:p>
        </p:txBody>
      </p:sp>
      <p:sp>
        <p:nvSpPr>
          <p:cNvPr id="62" name="Shape 54"/>
          <p:cNvSpPr/>
          <p:nvPr/>
        </p:nvSpPr>
        <p:spPr>
          <a:xfrm>
            <a:off x="8695944" y="4206240"/>
            <a:ext cx="2468880" cy="0"/>
          </a:xfrm>
          <a:prstGeom prst="line">
            <a:avLst/>
          </a:prstGeom>
          <a:noFill/>
          <a:ln w="19050">
            <a:solidFill>
              <a:srgbClr val="C4CFD6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8631936" y="4142232"/>
            <a:ext cx="128016" cy="128016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64" name="Text 56"/>
          <p:cNvSpPr/>
          <p:nvPr/>
        </p:nvSpPr>
        <p:spPr>
          <a:xfrm>
            <a:off x="8147304" y="43342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</a:t>
            </a:r>
            <a:endParaRPr lang="en-US" sz="1150" dirty="0"/>
          </a:p>
        </p:txBody>
      </p:sp>
      <p:sp>
        <p:nvSpPr>
          <p:cNvPr id="65" name="Shape 57"/>
          <p:cNvSpPr/>
          <p:nvPr/>
        </p:nvSpPr>
        <p:spPr>
          <a:xfrm>
            <a:off x="9866376" y="4142232"/>
            <a:ext cx="128016" cy="128016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66" name="Text 58"/>
          <p:cNvSpPr/>
          <p:nvPr/>
        </p:nvSpPr>
        <p:spPr>
          <a:xfrm>
            <a:off x="9381744" y="43342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제도화</a:t>
            </a:r>
            <a:endParaRPr lang="en-US" sz="1150" dirty="0"/>
          </a:p>
        </p:txBody>
      </p:sp>
      <p:sp>
        <p:nvSpPr>
          <p:cNvPr id="67" name="Shape 59"/>
          <p:cNvSpPr/>
          <p:nvPr/>
        </p:nvSpPr>
        <p:spPr>
          <a:xfrm>
            <a:off x="11100816" y="4142232"/>
            <a:ext cx="128016" cy="128016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68" name="Text 60"/>
          <p:cNvSpPr/>
          <p:nvPr/>
        </p:nvSpPr>
        <p:spPr>
          <a:xfrm>
            <a:off x="10616184" y="43342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endParaRPr lang="en-US" sz="1150" dirty="0"/>
          </a:p>
        </p:txBody>
      </p:sp>
      <p:sp>
        <p:nvSpPr>
          <p:cNvPr id="69" name="Shape 61"/>
          <p:cNvSpPr/>
          <p:nvPr/>
        </p:nvSpPr>
        <p:spPr>
          <a:xfrm>
            <a:off x="8311896" y="4864608"/>
            <a:ext cx="3236976" cy="512064"/>
          </a:xfrm>
          <a:prstGeom prst="roundRect">
            <a:avLst>
              <a:gd name="adj" fmla="val 14286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4937760"/>
            <a:ext cx="365760" cy="365760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8988552" y="48646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DE를 스타 플레이어로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고객과 기술 생태계 공동 설계</a:t>
            </a:r>
            <a:endParaRPr lang="en-US" sz="1300" dirty="0"/>
          </a:p>
        </p:txBody>
      </p:sp>
      <p:sp>
        <p:nvSpPr>
          <p:cNvPr id="72" name="Text 63"/>
          <p:cNvSpPr/>
          <p:nvPr/>
        </p:nvSpPr>
        <p:spPr>
          <a:xfrm>
            <a:off x="457200" y="568756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40건/년</a:t>
            </a:r>
            <a:endParaRPr lang="en-US" sz="2400" dirty="0"/>
          </a:p>
        </p:txBody>
      </p:sp>
      <p:sp>
        <p:nvSpPr>
          <p:cNvPr id="73" name="Text 64"/>
          <p:cNvSpPr/>
          <p:nvPr/>
        </p:nvSpPr>
        <p:spPr>
          <a:xfrm>
            <a:off x="457200" y="608990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제안 (현재 ~0)</a:t>
            </a:r>
            <a:endParaRPr lang="en-US" sz="1200" dirty="0"/>
          </a:p>
        </p:txBody>
      </p:sp>
      <p:sp>
        <p:nvSpPr>
          <p:cNvPr id="74" name="Text 65"/>
          <p:cNvSpPr/>
          <p:nvPr/>
        </p:nvSpPr>
        <p:spPr>
          <a:xfrm>
            <a:off x="2715768" y="568756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35%</a:t>
            </a:r>
            <a:endParaRPr lang="en-US" sz="2400" dirty="0"/>
          </a:p>
        </p:txBody>
      </p:sp>
      <p:sp>
        <p:nvSpPr>
          <p:cNvPr id="75" name="Text 66"/>
          <p:cNvSpPr/>
          <p:nvPr/>
        </p:nvSpPr>
        <p:spPr>
          <a:xfrm>
            <a:off x="2715768" y="608990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채택률</a:t>
            </a:r>
            <a:endParaRPr lang="en-US" sz="1200" dirty="0"/>
          </a:p>
        </p:txBody>
      </p:sp>
      <p:sp>
        <p:nvSpPr>
          <p:cNvPr id="76" name="Text 67"/>
          <p:cNvSpPr/>
          <p:nvPr/>
        </p:nvSpPr>
        <p:spPr>
          <a:xfrm>
            <a:off x="4974336" y="568756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30%+</a:t>
            </a:r>
            <a:endParaRPr lang="en-US" sz="2400" dirty="0"/>
          </a:p>
        </p:txBody>
      </p:sp>
      <p:sp>
        <p:nvSpPr>
          <p:cNvPr id="77" name="Text 68"/>
          <p:cNvSpPr/>
          <p:nvPr/>
        </p:nvSpPr>
        <p:spPr>
          <a:xfrm>
            <a:off x="4974336" y="608990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매출 비중</a:t>
            </a:r>
            <a:endParaRPr lang="en-US" sz="1200" dirty="0"/>
          </a:p>
        </p:txBody>
      </p:sp>
      <p:sp>
        <p:nvSpPr>
          <p:cNvPr id="78" name="Text 69"/>
          <p:cNvSpPr/>
          <p:nvPr/>
        </p:nvSpPr>
        <p:spPr>
          <a:xfrm>
            <a:off x="7232904" y="568756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2400" dirty="0"/>
          </a:p>
        </p:txBody>
      </p:sp>
      <p:sp>
        <p:nvSpPr>
          <p:cNvPr id="79" name="Text 70"/>
          <p:cNvSpPr/>
          <p:nvPr/>
        </p:nvSpPr>
        <p:spPr>
          <a:xfrm>
            <a:off x="7232904" y="608990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직접 교류 시간</a:t>
            </a:r>
            <a:endParaRPr lang="en-US" sz="1200" dirty="0"/>
          </a:p>
        </p:txBody>
      </p:sp>
      <p:sp>
        <p:nvSpPr>
          <p:cNvPr id="80" name="Text 71"/>
          <p:cNvSpPr/>
          <p:nvPr/>
        </p:nvSpPr>
        <p:spPr>
          <a:xfrm>
            <a:off x="9491472" y="568756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5명+</a:t>
            </a:r>
            <a:endParaRPr lang="en-US" sz="2400" dirty="0"/>
          </a:p>
        </p:txBody>
      </p:sp>
      <p:sp>
        <p:nvSpPr>
          <p:cNvPr id="81" name="Text 72"/>
          <p:cNvSpPr/>
          <p:nvPr/>
        </p:nvSpPr>
        <p:spPr>
          <a:xfrm>
            <a:off x="9491472" y="608990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스타 영입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2026-07-24T01:10:44Z</dcterms:created>
  <dcterms:modified xsi:type="dcterms:W3CDTF">2026-07-24T01:10:44Z</dcterms:modified>
</cp:coreProperties>
</file>