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제품·기술 축: FDP Host–SSD 통합 플랫폼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268712" y="310896"/>
            <a:ext cx="14630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축 ④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wiki/strategies/fdp-host-ssd-platform.md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실행전략  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SCA로 다가가고 · FDP로 제공하고 · FDE로 협업한다: 워크로드가 들어올수록 전환비용이 커지는 락인 플라이휠, 다운턴 피해 최소화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락인 플라이휠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3602736" cy="4626864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18872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0016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SCA: Micron이 증명한 접근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627632"/>
            <a:ext cx="3602736" cy="4626864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9016" y="118872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31352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FDP·FDE: 기술과 사람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9016" y="1627632"/>
            <a:ext cx="3602736" cy="4626864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1828800"/>
            <a:ext cx="877824" cy="877824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다가간다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9536" y="3456432"/>
            <a:ext cx="877824" cy="877824"/>
          </a:xfrm>
          <a:prstGeom prst="ellipse">
            <a:avLst/>
          </a:prstGeom>
          <a:solidFill>
            <a:srgbClr val="3C5AC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제공한다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798064" y="3456432"/>
            <a:ext cx="877824" cy="877824"/>
          </a:xfrm>
          <a:prstGeom prst="ellipse">
            <a:avLst/>
          </a:prstGeom>
          <a:solidFill>
            <a:srgbClr val="8FA0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협업한다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 flipH="1">
            <a:off x="1371600" y="2706624"/>
            <a:ext cx="329184" cy="713232"/>
          </a:xfrm>
          <a:prstGeom prst="line">
            <a:avLst/>
          </a:prstGeom>
          <a:noFill/>
          <a:ln w="22225">
            <a:solidFill>
              <a:srgbClr val="B9C2D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773936" y="4059936"/>
            <a:ext cx="987552" cy="914"/>
          </a:xfrm>
          <a:prstGeom prst="line">
            <a:avLst/>
          </a:prstGeom>
          <a:noFill/>
          <a:ln w="22225">
            <a:solidFill>
              <a:srgbClr val="B9C2D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 flipV="1">
            <a:off x="2834640" y="2706624"/>
            <a:ext cx="384048" cy="713232"/>
          </a:xfrm>
          <a:prstGeom prst="line">
            <a:avLst/>
          </a:prstGeom>
          <a:noFill/>
          <a:ln w="22225">
            <a:solidFill>
              <a:srgbClr val="B9C2DC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536192" y="2999232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EEF1FA"/>
          </a:solidFill>
          <a:ln w="12700">
            <a:solidFill>
              <a:srgbClr val="1428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락인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다운턴 방어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45720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워크로드가 들어올수록 최적화가 깊어지고 전환비용이 커진다. 계약이 끝나도 갈아타기 어려운 관계가 다운턴의 방어벽이 된다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5431536"/>
            <a:ext cx="32004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52297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Strategic Customer Agreement · 전략적 고객 계약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Flexible Data Placement · NVMe 데이터 배치 표준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Forward Deployed Engineer · 고객 상주 엔지니어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98848" y="179222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공급부족 협상력의 창이 열려 있을 때 워크로드 교환을 제안한다: 고객이 워크로드를 공유하면 그 워크로드에 최적화한 FDP SSD를 공급. 성능·수명 개선과 TCO 절감으로 거절하기 어려운 딜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98848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하이퍼스케일러 · Pure Storage · VAST Data · DDN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80560" y="3291840"/>
            <a:ext cx="3236976" cy="2798064"/>
          </a:xfrm>
          <a:prstGeom prst="roundRect">
            <a:avLst>
              <a:gd name="adj" fmla="val 2288"/>
            </a:avLst>
          </a:prstGeom>
          <a:solidFill>
            <a:srgbClr val="EEF1FA"/>
          </a:solidFill>
          <a:ln w="15875">
            <a:solidFill>
              <a:srgbClr val="1428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34198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선례: Micron ↔ Anthropic (’26.06)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00016" y="3730752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다년 공급 (HBM·DRAM·SSD 전 포트폴리오)</a:t>
            </a:r>
            <a:endParaRPr lang="en-US" sz="100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워크로드 공동 최적화</a:t>
            </a:r>
            <a:endParaRPr lang="en-US" sz="100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통합 (Micron 전사에 Claude 배치)</a:t>
            </a:r>
            <a:endParaRPr lang="en-US" sz="100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자본 연계 (Series H 전략 투자)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45152" y="50292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전략적 고객 계약 16건 · 최소 매출 $100B · 예치금 $22B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45152" y="554126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워크로드를 열고 공급을 잠근 계약. 우리가 맺으려는 관계의 실물 견본이다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30184" y="17739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추가로 필요한 기술 (기존 SSD 기술 대비)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30184" y="2066544"/>
            <a:ext cx="3200400" cy="329184"/>
          </a:xfrm>
          <a:prstGeom prst="roundRect">
            <a:avLst>
              <a:gd name="adj" fmla="val 13889"/>
            </a:avLst>
          </a:prstGeom>
          <a:solidFill>
            <a:srgbClr val="F4F4F6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NAND · 컨트롤러 · 펌웨어 · 수율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330184" y="2450592"/>
            <a:ext cx="3200400" cy="749808"/>
          </a:xfrm>
          <a:prstGeom prst="roundRect">
            <a:avLst>
              <a:gd name="adj" fmla="val 6098"/>
            </a:avLst>
          </a:prstGeom>
          <a:solidFill>
            <a:srgbClr val="EEF1FA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블록계층·io_uring·NVMe / SPDK / DB·캐시 내부 (RocksDB·CacheLib·Ceph) / 워크로드 분석 (fio·eBPF·WAF)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330184" y="3401568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06840" y="3383280"/>
            <a:ext cx="25786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실리콘밸리 현지 중심, 오픈소스 스토리지 기여자 우대, 영어 커뮤니케이션 필수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30184" y="4315968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006840" y="4297680"/>
            <a:ext cx="25786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 엔지니어 미국 로테이션 6~12개월 + 현지 FDE 멘토 페어링, 사내 FW 인력의 호스트 SW 전환 트랙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30184" y="5230368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06840" y="5212080"/>
            <a:ext cx="25786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1~2사 상주 (Pod 소속·dual-ladder), 평가는 outcome (FDP 활성화 용량), 커널·SPDK·CacheLib 업스트림 기여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2026-08-25T02:42:53Z</dcterms:created>
  <dcterms:modified xsi:type="dcterms:W3CDTF">2026-08-25T02:42:53Z</dcterms:modified>
</cp:coreProperties>
</file>