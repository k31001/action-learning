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0080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신문섭 파트너, AI 인프라 슈퍼사이클 인터뷰 (2026-06)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90488" y="932688"/>
            <a:ext cx="5541264" cy="859536"/>
          </a:xfrm>
          <a:prstGeom prst="roundRect">
            <a:avLst>
              <a:gd name="adj" fmla="val 9574"/>
            </a:avLst>
          </a:prstGeom>
          <a:solidFill>
            <a:srgbClr val="F5F7F8"/>
          </a:solidFill>
          <a:ln/>
        </p:spPr>
      </p:sp>
      <p:sp>
        <p:nvSpPr>
          <p:cNvPr id="10" name="Text 8"/>
          <p:cNvSpPr/>
          <p:nvPr/>
        </p:nvSpPr>
        <p:spPr>
          <a:xfrm>
            <a:off x="6373368" y="1005840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5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“조직의 이름 뒤에 숨지 않고, 자신의 이름으로 불리며 책임과 결과를 마주한다”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73368" y="1490472"/>
            <a:ext cx="5175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송길영, 『시대예보: 호명사회』 (2024)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01168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F5F7F8"/>
          </a:solidFill>
          <a:ln w="15875">
            <a:solidFill>
              <a:srgbClr val="DCE4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83280" y="2066544"/>
            <a:ext cx="457200" cy="457200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3008" y="2176272"/>
            <a:ext cx="237744" cy="23774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210312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수주 이행자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2103120" y="29626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 · RFQ 응답 · QCD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285232" y="2286000"/>
            <a:ext cx="1591056" cy="822960"/>
          </a:xfrm>
          <a:prstGeom prst="rightArrow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 →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949440" y="1920240"/>
            <a:ext cx="3200400" cy="1554480"/>
          </a:xfrm>
          <a:prstGeom prst="roundRect">
            <a:avLst>
              <a:gd name="adj" fmla="val 5882"/>
            </a:avLst>
          </a:prstGeom>
          <a:solidFill>
            <a:srgbClr val="E8F6F0"/>
          </a:solidFill>
          <a:ln w="19050">
            <a:solidFill>
              <a:srgbClr val="02A87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321040" y="2066544"/>
            <a:ext cx="457200" cy="457200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768" y="2176272"/>
            <a:ext cx="237744" cy="23774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04088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파트너</a:t>
            </a:r>
            <a:endParaRPr lang="en-US" sz="2100" dirty="0"/>
          </a:p>
        </p:txBody>
      </p:sp>
      <p:sp>
        <p:nvSpPr>
          <p:cNvPr id="22" name="Text 18"/>
          <p:cNvSpPr/>
          <p:nvPr/>
        </p:nvSpPr>
        <p:spPr>
          <a:xfrm>
            <a:off x="6949440" y="296265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 · 선제 제안 · 시스템 모델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1463040" y="3675888"/>
            <a:ext cx="9262872" cy="731520"/>
          </a:xfrm>
          <a:prstGeom prst="roundRect">
            <a:avLst>
              <a:gd name="adj" fmla="val 10000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3858768"/>
            <a:ext cx="365760" cy="36576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2139696" y="3675888"/>
            <a:ext cx="84033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전략 — FDE(Forward Deployed Engineer)를 스타 플레이어로, 고객사와 기술 생태계를 함께 만든다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‘모난 놈이 정 맞는’ 기존 문화에서 → 스타를 호명하고 드러내는 문화로</a:t>
            </a:r>
            <a:endParaRPr lang="en-US" sz="1450" dirty="0"/>
          </a:p>
        </p:txBody>
      </p:sp>
      <p:sp>
        <p:nvSpPr>
          <p:cNvPr id="26" name="Text 21"/>
          <p:cNvSpPr/>
          <p:nvPr/>
        </p:nvSpPr>
        <p:spPr>
          <a:xfrm>
            <a:off x="457200" y="4773168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환경도 바뀌었다 — 스타를 영입할 수 있는 임금 수준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749808" y="5157216"/>
            <a:ext cx="3108960" cy="804672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5875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수준에 못 미친 보상</a:t>
            </a:r>
            <a:endParaRPr lang="en-US" sz="1350" dirty="0"/>
          </a:p>
        </p:txBody>
      </p:sp>
      <p:sp>
        <p:nvSpPr>
          <p:cNvPr id="28" name="Text 23"/>
          <p:cNvSpPr/>
          <p:nvPr/>
        </p:nvSpPr>
        <p:spPr>
          <a:xfrm>
            <a:off x="3858768" y="5157216"/>
            <a:ext cx="274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4133088" y="5157216"/>
            <a:ext cx="338328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5875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 · 영입 가능 수준</a:t>
            </a:r>
            <a:endParaRPr lang="en-US" sz="1350" dirty="0"/>
          </a:p>
        </p:txBody>
      </p:sp>
      <p:sp>
        <p:nvSpPr>
          <p:cNvPr id="30" name="Text 25"/>
          <p:cNvSpPr/>
          <p:nvPr/>
        </p:nvSpPr>
        <p:spPr>
          <a:xfrm>
            <a:off x="7516368" y="5157216"/>
            <a:ext cx="274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7790688" y="5157216"/>
            <a:ext cx="3657600" cy="804672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9050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 기대</a:t>
            </a:r>
            <a:endParaRPr lang="en-US" sz="13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 영입 축적 → 조직 전반 수준 상향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2026-08-05T04:12:48Z</dcterms:created>
  <dcterms:modified xsi:type="dcterms:W3CDTF">2026-08-05T04:12:48Z</dcterms:modified>
</cp:coreProperties>
</file>