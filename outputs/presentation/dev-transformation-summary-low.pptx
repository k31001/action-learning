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5541264" cy="859536"/>
          </a:xfrm>
          <a:prstGeom prst="roundRect">
            <a:avLst>
              <a:gd name="adj" fmla="val 9574"/>
            </a:avLst>
          </a:prstGeom>
          <a:solidFill>
            <a:srgbClr val="F5F7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5175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신문섭 파트너, AI 인프라 슈퍼사이클 인터뷰 (2026-06)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932688"/>
            <a:ext cx="5541264" cy="859536"/>
          </a:xfrm>
          <a:prstGeom prst="roundRect">
            <a:avLst>
              <a:gd name="adj" fmla="val 9574"/>
            </a:avLst>
          </a:prstGeom>
          <a:solidFill>
            <a:srgbClr val="F5F7F8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005840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“조직의 이름 뒤에 숨지 않고, 자신의 이름으로 불리며 책임과 결과를 마주한다”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73368" y="1490472"/>
            <a:ext cx="5175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송길영, 『시대예보: 호명사회』 (2024)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5F7F8"/>
          </a:solidFill>
          <a:ln w="15875">
            <a:solidFill>
              <a:srgbClr val="DC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066544"/>
            <a:ext cx="457200" cy="457200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008" y="217627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03120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이행자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103120" y="29626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 · RFQ 응답 · QCD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85232" y="2286000"/>
            <a:ext cx="1591056" cy="822960"/>
          </a:xfrm>
          <a:prstGeom prst="rightArrow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 →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49440" y="19202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E8F6F0"/>
          </a:solidFill>
          <a:ln w="19050">
            <a:solidFill>
              <a:srgbClr val="02A87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066544"/>
            <a:ext cx="457200" cy="457200"/>
          </a:xfrm>
          <a:prstGeom prst="ellipse">
            <a:avLst/>
          </a:prstGeom>
          <a:solidFill>
            <a:srgbClr val="02A87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17627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파트너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6949440" y="2962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공동 정의 · 선제 제안 · 시스템 모델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1463040" y="3675888"/>
            <a:ext cx="9262872" cy="731520"/>
          </a:xfrm>
          <a:prstGeom prst="roundRect">
            <a:avLst>
              <a:gd name="adj" fmla="val 10000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85876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139696" y="3675888"/>
            <a:ext cx="8403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전략 — FDE(Forward Deployed Engineer)를 스타 플레이어로, 고객사와 기술 생태계를 함께 만든다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‘모난 놈이 정 맞는’ 기존 문화에서 → 스타를 호명하고 드러내는 문화로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2468880" y="4974336"/>
            <a:ext cx="7251192" cy="0"/>
          </a:xfrm>
          <a:prstGeom prst="line">
            <a:avLst/>
          </a:prstGeom>
          <a:noFill/>
          <a:ln w="25400">
            <a:solidFill>
              <a:srgbClr val="C4CFD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377440" y="4882896"/>
            <a:ext cx="182880" cy="182880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28" name="Text 23"/>
          <p:cNvSpPr/>
          <p:nvPr/>
        </p:nvSpPr>
        <p:spPr>
          <a:xfrm>
            <a:off x="118872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증명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1097280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1호 · 모델 v0.1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007608" y="4882896"/>
            <a:ext cx="182880" cy="182880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31" name="Text 26"/>
          <p:cNvSpPr/>
          <p:nvPr/>
        </p:nvSpPr>
        <p:spPr>
          <a:xfrm>
            <a:off x="4818888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제도화</a:t>
            </a:r>
            <a:endParaRPr lang="en-US" sz="1550" dirty="0"/>
          </a:p>
        </p:txBody>
      </p:sp>
      <p:sp>
        <p:nvSpPr>
          <p:cNvPr id="32" name="Text 27"/>
          <p:cNvSpPr/>
          <p:nvPr/>
        </p:nvSpPr>
        <p:spPr>
          <a:xfrm>
            <a:off x="4727448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3~5 · 전략적 고객 계약 1건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9628632" y="4882896"/>
            <a:ext cx="182880" cy="182880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34" name="Text 29"/>
          <p:cNvSpPr/>
          <p:nvPr/>
        </p:nvSpPr>
        <p:spPr>
          <a:xfrm>
            <a:off x="8439912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표준화</a:t>
            </a:r>
            <a:endParaRPr lang="en-US" sz="1550" dirty="0"/>
          </a:p>
        </p:txBody>
      </p:sp>
      <p:sp>
        <p:nvSpPr>
          <p:cNvPr id="35" name="Text 30"/>
          <p:cNvSpPr/>
          <p:nvPr/>
        </p:nvSpPr>
        <p:spPr>
          <a:xfrm>
            <a:off x="8348472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· 커스텀 30%+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457200" y="5596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$100B</a:t>
            </a:r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전략적 고객 계약 최소 계약매출 — 공동설계 없이는 참여할 수 없는 시장 (Micron IR, 2026-06)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2026-07-24T03:21:32Z</dcterms:created>
  <dcterms:modified xsi:type="dcterms:W3CDTF">2026-07-24T03:21:32Z</dcterms:modified>
</cp:coreProperties>
</file>