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3D 느낌의 Fab 바닥입니다. 1 공간: 분리 Fab은 DRAM과 NAND 사이에 벽이 있고 모델이 제각각이며 빈 칸이 생기지만, 통합 Fab은 같은 모델을 줄지어 놓아 한 줄이 통째로 남습니다. 2 대응력: 공용 설비가 DRAM과 NAND 사이를 오가며, 수요 곡선이 엇갈리는 대로 설비 배분이 따라갑니다. 3 통일성: 높이와 크기가 제각각인 모델을 같은 모델로 모으면 모델당 발주가 한 단에서 여러 단으로 쌓입니다.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원리를 보이는 개념 차트입니다. 1 공간: 같은 Fab 면적을 칸으로 나누면 분리 Fab의 Dead Space 칸이 통합 후 추가 설비 칸이 됩니다. 2 대응력: DRAM과 NAND의 수요 피크가 엇갈려 합산 피크가 각 피크의 합보다 낮고, 그 차이가 유휴 설비 감소입니다. 설비 전환 시간과 Bottleneck 대기도 줄어듭니다. 3 통일성: 설비 모델 수는 줄고 모델당 발주 물량은 늘어 구매 협상력이 생깁니다. 수치는 Fab별 검증 후 채웁니다.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엔지니어링 도면 언어입니다. 1 공간: 위에서 본 Fab에서 분리 시 OHT 루프 2개와 제각각인 설비 Footprint, 빈 Bay가 생기지만, 통합 시 OHT 루프 하나에 같은 모델 줄 배치로 Bay 하나가 남습니다. 2 대응력: DRAM과 NAND 웨이퍼 Lot이 공용 BEOL 설비 Pool의 어느 설비로든 들어가고, 결과물은 Bonding으로 이어집니다. 3 통일성: 공정 단계마다 DRAM 모델 둘, NAND 모델 둘이던 것을 공용 모델 하나로 모아 레시피 · 부품 · 물량을 공유합니다. 모델 코드는 예시입니다.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1 / 3  시안 1 · 아이소메트릭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pic>
        <p:nvPicPr>
          <p:cNvPr id="13" name="Picture 12" descr="v1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364992"/>
            <a:ext cx="4846320" cy="16459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pic>
        <p:nvPicPr>
          <p:cNvPr id="25" name="Picture 24" descr="v1_ag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364992"/>
            <a:ext cx="4846320" cy="16459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pic>
        <p:nvPicPr>
          <p:cNvPr id="37" name="Picture 36" descr="v1_un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2" y="3364992"/>
            <a:ext cx="4846320" cy="164591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 Same Side Corner Rectangle 94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ound Same Side Corner Rectangle 96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 Same Side Corner Rectangle 98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ound Same Side Corner Rectangle 102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ound Same Side Corner Rectangle 104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und Same Side Corner Rectangle 106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125" name="Oval 124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ound Same Side Corner Rectangle 125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ound Same Side Corner Rectangle 127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ound Same Side Corner Rectangle 129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ound Same Side Corner Rectangle 131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ound Same Side Corner Rectangle 133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ound Same Side Corner Rectangle 135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143" name="Up Arrow 142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Up Arrow 143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147" name="Rounded Rectangle 146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2 / 3  시안 2 ·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pic>
        <p:nvPicPr>
          <p:cNvPr id="13" name="Picture 12" descr="v2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364992"/>
            <a:ext cx="4846320" cy="16459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pic>
        <p:nvPicPr>
          <p:cNvPr id="25" name="Picture 24" descr="v2_ag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364992"/>
            <a:ext cx="4846320" cy="16459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pic>
        <p:nvPicPr>
          <p:cNvPr id="37" name="Picture 36" descr="v2_un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2" y="3364992"/>
            <a:ext cx="4846320" cy="164591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 Same Side Corner Rectangle 94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ound Same Side Corner Rectangle 96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 Same Side Corner Rectangle 98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ound Same Side Corner Rectangle 102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ound Same Side Corner Rectangle 104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und Same Side Corner Rectangle 106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125" name="Oval 124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ound Same Side Corner Rectangle 125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ound Same Side Corner Rectangle 127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ound Same Side Corner Rectangle 129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ound Same Side Corner Rectangle 131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ound Same Side Corner Rectangle 133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ound Same Side Corner Rectangle 135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143" name="Up Arrow 142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Up Arrow 143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147" name="Rounded Rectangle 146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3 / 3  시안 3 · Fab 도면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pic>
        <p:nvPicPr>
          <p:cNvPr id="13" name="Picture 12" descr="v3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364992"/>
            <a:ext cx="4846320" cy="16459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pic>
        <p:nvPicPr>
          <p:cNvPr id="25" name="Picture 24" descr="v3_ag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364992"/>
            <a:ext cx="4846320" cy="16459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pic>
        <p:nvPicPr>
          <p:cNvPr id="37" name="Picture 36" descr="v3_un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2" y="3364992"/>
            <a:ext cx="4846320" cy="164591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 Same Side Corner Rectangle 94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ound Same Side Corner Rectangle 96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 Same Side Corner Rectangle 98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ound Same Side Corner Rectangle 102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ound Same Side Corner Rectangle 104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und Same Side Corner Rectangle 106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125" name="Oval 124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ound Same Side Corner Rectangle 125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ound Same Side Corner Rectangle 127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ound Same Side Corner Rectangle 129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ound Same Side Corner Rectangle 131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ound Same Side Corner Rectangle 133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ound Same Side Corner Rectangle 135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143" name="Up Arrow 142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Up Arrow 143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147" name="Rounded Rectangle 146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확인]. 설비 모델 코드는 예시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